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</p:sldIdLst>
  <p:notesMasterIdLst>
    <p:notesMasterId r:id="rId6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notesMaster" Target="notesMasters/notesMaster1.xml"/><Relationship Id="rId70" Type="http://schemas.openxmlformats.org/officeDocument/2006/relationships/presProps" Target="presProps.xml"/><Relationship Id="rId71" Type="http://schemas.openxmlformats.org/officeDocument/2006/relationships/viewProps" Target="viewProps.xml"/><Relationship Id="rId72" Type="http://schemas.openxmlformats.org/officeDocument/2006/relationships/theme" Target="theme/theme1.xml"/><Relationship Id="rId7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image" Target="../media/image-1-4.jpg"/><Relationship Id="rId5" Type="http://schemas.openxmlformats.org/officeDocument/2006/relationships/image" Target="../media/image-1-5.jpg"/><Relationship Id="rId6" Type="http://schemas.openxmlformats.org/officeDocument/2006/relationships/image" Target="../media/image-1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image" Target="../media/image-2-3.jpg"/><Relationship Id="rId4" Type="http://schemas.openxmlformats.org/officeDocument/2006/relationships/image" Target="../media/image-2-4.jpg"/><Relationship Id="rId5" Type="http://schemas.openxmlformats.org/officeDocument/2006/relationships/image" Target="../media/image-2-5.jpg"/><Relationship Id="rId6" Type="http://schemas.openxmlformats.org/officeDocument/2006/relationships/image" Target="../media/image-2-6.jpg"/><Relationship Id="rId7" Type="http://schemas.openxmlformats.org/officeDocument/2006/relationships/image" Target="../media/image-2-7.jpg"/><Relationship Id="rId8" Type="http://schemas.openxmlformats.org/officeDocument/2006/relationships/image" Target="../media/image-2-8.jpg"/><Relationship Id="rId9" Type="http://schemas.openxmlformats.org/officeDocument/2006/relationships/image" Target="../media/image-2-9.jpg"/><Relationship Id="rId10" Type="http://schemas.openxmlformats.org/officeDocument/2006/relationships/image" Target="../media/image-2-10.jpg"/><Relationship Id="rId11" Type="http://schemas.openxmlformats.org/officeDocument/2006/relationships/image" Target="../media/image-2-11.jpg"/><Relationship Id="rId12" Type="http://schemas.openxmlformats.org/officeDocument/2006/relationships/image" Target="../media/image-2-12.jpg"/><Relationship Id="rId13" Type="http://schemas.openxmlformats.org/officeDocument/2006/relationships/image" Target="../media/image-2-13.jpg"/><Relationship Id="rId14" Type="http://schemas.openxmlformats.org/officeDocument/2006/relationships/image" Target="../media/image-2-14.jpg"/><Relationship Id="rId15" Type="http://schemas.openxmlformats.org/officeDocument/2006/relationships/image" Target="../media/image-2-15.jpg"/><Relationship Id="rId16" Type="http://schemas.openxmlformats.org/officeDocument/2006/relationships/image" Target="../media/image-2-16.jpg"/><Relationship Id="rId17" Type="http://schemas.openxmlformats.org/officeDocument/2006/relationships/image" Target="../media/image-2-17.jpg"/><Relationship Id="rId18" Type="http://schemas.openxmlformats.org/officeDocument/2006/relationships/image" Target="../media/image-2-18.jpg"/><Relationship Id="rId19" Type="http://schemas.openxmlformats.org/officeDocument/2006/relationships/image" Target="../media/image-2-19.jpg"/><Relationship Id="rId20" Type="http://schemas.openxmlformats.org/officeDocument/2006/relationships/image" Target="../media/image-2-20.jpg"/><Relationship Id="rId21" Type="http://schemas.openxmlformats.org/officeDocument/2006/relationships/image" Target="../media/image-2-21.jpg"/><Relationship Id="rId22" Type="http://schemas.openxmlformats.org/officeDocument/2006/relationships/image" Target="../media/image-2-22.jpg"/><Relationship Id="rId23" Type="http://schemas.openxmlformats.org/officeDocument/2006/relationships/image" Target="../media/image-2-23.jpg"/><Relationship Id="rId24" Type="http://schemas.openxmlformats.org/officeDocument/2006/relationships/image" Target="../media/image-2-24.jpg"/><Relationship Id="rId25" Type="http://schemas.openxmlformats.org/officeDocument/2006/relationships/image" Target="../media/image-2-25.jpg"/><Relationship Id="rId26" Type="http://schemas.openxmlformats.org/officeDocument/2006/relationships/image" Target="../media/image-2-26.jpg"/><Relationship Id="rId27" Type="http://schemas.openxmlformats.org/officeDocument/2006/relationships/image" Target="../media/image-2-27.jpg"/><Relationship Id="rId28" Type="http://schemas.openxmlformats.org/officeDocument/2006/relationships/image" Target="../media/image-2-28.jpg"/><Relationship Id="rId29" Type="http://schemas.openxmlformats.org/officeDocument/2006/relationships/image" Target="../media/image-2-29.jpg"/><Relationship Id="rId30" Type="http://schemas.openxmlformats.org/officeDocument/2006/relationships/image" Target="../media/image-2-30.jpg"/><Relationship Id="rId31" Type="http://schemas.openxmlformats.org/officeDocument/2006/relationships/image" Target="../media/image-2-31.jpg"/><Relationship Id="rId32" Type="http://schemas.openxmlformats.org/officeDocument/2006/relationships/image" Target="../media/image-2-32.jpg"/><Relationship Id="rId33" Type="http://schemas.openxmlformats.org/officeDocument/2006/relationships/image" Target="../media/image-2-33.jpg"/><Relationship Id="rId34" Type="http://schemas.openxmlformats.org/officeDocument/2006/relationships/image" Target="../media/image-2-34.jpg"/><Relationship Id="rId35" Type="http://schemas.openxmlformats.org/officeDocument/2006/relationships/image" Target="../media/image-2-35.jpg"/><Relationship Id="rId36" Type="http://schemas.openxmlformats.org/officeDocument/2006/relationships/image" Target="../media/image-2-36.jpg"/><Relationship Id="rId37" Type="http://schemas.openxmlformats.org/officeDocument/2006/relationships/image" Target="../media/image-2-37.jpg"/><Relationship Id="rId38" Type="http://schemas.openxmlformats.org/officeDocument/2006/relationships/image" Target="../media/image-2-38.jpg"/><Relationship Id="rId39" Type="http://schemas.openxmlformats.org/officeDocument/2006/relationships/image" Target="../media/image-2-39.jpg"/><Relationship Id="rId40" Type="http://schemas.openxmlformats.org/officeDocument/2006/relationships/image" Target="../media/image-2-40.jpg"/><Relationship Id="rId41" Type="http://schemas.openxmlformats.org/officeDocument/2006/relationships/image" Target="../media/image-2-41.jpg"/><Relationship Id="rId42" Type="http://schemas.openxmlformats.org/officeDocument/2006/relationships/image" Target="../media/image-2-42.jpg"/><Relationship Id="rId43" Type="http://schemas.openxmlformats.org/officeDocument/2006/relationships/image" Target="../media/image-2-43.jpg"/><Relationship Id="rId44" Type="http://schemas.openxmlformats.org/officeDocument/2006/relationships/image" Target="../media/image-2-44.jpg"/><Relationship Id="rId45" Type="http://schemas.openxmlformats.org/officeDocument/2006/relationships/image" Target="../media/image-2-45.jpg"/><Relationship Id="rId46" Type="http://schemas.openxmlformats.org/officeDocument/2006/relationships/image" Target="../media/image-2-46.jpg"/><Relationship Id="rId47" Type="http://schemas.openxmlformats.org/officeDocument/2006/relationships/image" Target="../media/image-2-47.jpg"/><Relationship Id="rId48" Type="http://schemas.openxmlformats.org/officeDocument/2006/relationships/image" Target="../media/image-2-48.jpg"/><Relationship Id="rId49" Type="http://schemas.openxmlformats.org/officeDocument/2006/relationships/image" Target="../media/image-2-49.jpg"/><Relationship Id="rId50" Type="http://schemas.openxmlformats.org/officeDocument/2006/relationships/image" Target="../media/image-2-50.jpg"/><Relationship Id="rId51" Type="http://schemas.openxmlformats.org/officeDocument/2006/relationships/slideLayout" Target="../slideLayouts/slideLayout1.xml"/><Relationship Id="rId5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image" Target="../media/image-3-4.jpg"/><Relationship Id="rId5" Type="http://schemas.openxmlformats.org/officeDocument/2006/relationships/image" Target="../media/image-3-5.jpg"/><Relationship Id="rId6" Type="http://schemas.openxmlformats.org/officeDocument/2006/relationships/image" Target="../media/image-3-6.jpg"/><Relationship Id="rId7" Type="http://schemas.openxmlformats.org/officeDocument/2006/relationships/image" Target="../media/image-3-7.jpg"/><Relationship Id="rId8" Type="http://schemas.openxmlformats.org/officeDocument/2006/relationships/image" Target="../media/image-3-8.jpg"/><Relationship Id="rId9" Type="http://schemas.openxmlformats.org/officeDocument/2006/relationships/image" Target="../media/image-3-9.jpg"/><Relationship Id="rId10" Type="http://schemas.openxmlformats.org/officeDocument/2006/relationships/image" Target="../media/image-3-10.jpg"/><Relationship Id="rId11" Type="http://schemas.openxmlformats.org/officeDocument/2006/relationships/image" Target="../media/image-3-11.jpg"/><Relationship Id="rId12" Type="http://schemas.openxmlformats.org/officeDocument/2006/relationships/image" Target="../media/image-3-12.jpg"/><Relationship Id="rId13" Type="http://schemas.openxmlformats.org/officeDocument/2006/relationships/image" Target="../media/image-3-13.jpg"/><Relationship Id="rId14" Type="http://schemas.openxmlformats.org/officeDocument/2006/relationships/image" Target="../media/image-3-14.jpg"/><Relationship Id="rId15" Type="http://schemas.openxmlformats.org/officeDocument/2006/relationships/image" Target="../media/image-3-15.jpg"/><Relationship Id="rId16" Type="http://schemas.openxmlformats.org/officeDocument/2006/relationships/image" Target="../media/image-3-16.jpg"/><Relationship Id="rId17" Type="http://schemas.openxmlformats.org/officeDocument/2006/relationships/image" Target="../media/image-3-17.jpg"/><Relationship Id="rId18" Type="http://schemas.openxmlformats.org/officeDocument/2006/relationships/image" Target="../media/image-3-18.jpg"/><Relationship Id="rId19" Type="http://schemas.openxmlformats.org/officeDocument/2006/relationships/image" Target="../media/image-3-19.jpg"/><Relationship Id="rId20" Type="http://schemas.openxmlformats.org/officeDocument/2006/relationships/image" Target="../media/image-3-20.jpg"/><Relationship Id="rId21" Type="http://schemas.openxmlformats.org/officeDocument/2006/relationships/image" Target="../media/image-3-21.jpg"/><Relationship Id="rId22" Type="http://schemas.openxmlformats.org/officeDocument/2006/relationships/image" Target="../media/image-3-22.jpg"/><Relationship Id="rId23" Type="http://schemas.openxmlformats.org/officeDocument/2006/relationships/image" Target="../media/image-3-23.jpg"/><Relationship Id="rId24" Type="http://schemas.openxmlformats.org/officeDocument/2006/relationships/image" Target="../media/image-3-24.jpg"/><Relationship Id="rId25" Type="http://schemas.openxmlformats.org/officeDocument/2006/relationships/image" Target="../media/image-3-25.jpg"/><Relationship Id="rId26" Type="http://schemas.openxmlformats.org/officeDocument/2006/relationships/image" Target="../media/image-3-26.jpg"/><Relationship Id="rId27" Type="http://schemas.openxmlformats.org/officeDocument/2006/relationships/image" Target="../media/image-3-27.jpg"/><Relationship Id="rId28" Type="http://schemas.openxmlformats.org/officeDocument/2006/relationships/image" Target="../media/image-3-28.jpg"/><Relationship Id="rId29" Type="http://schemas.openxmlformats.org/officeDocument/2006/relationships/image" Target="../media/image-3-29.jpg"/><Relationship Id="rId30" Type="http://schemas.openxmlformats.org/officeDocument/2006/relationships/image" Target="../media/image-3-30.jpg"/><Relationship Id="rId31" Type="http://schemas.openxmlformats.org/officeDocument/2006/relationships/image" Target="../media/image-3-31.jpg"/><Relationship Id="rId32" Type="http://schemas.openxmlformats.org/officeDocument/2006/relationships/image" Target="../media/image-3-32.jpg"/><Relationship Id="rId33" Type="http://schemas.openxmlformats.org/officeDocument/2006/relationships/image" Target="../media/image-3-33.jpg"/><Relationship Id="rId34" Type="http://schemas.openxmlformats.org/officeDocument/2006/relationships/image" Target="../media/image-3-34.jpg"/><Relationship Id="rId35" Type="http://schemas.openxmlformats.org/officeDocument/2006/relationships/image" Target="../media/image-3-35.jpg"/><Relationship Id="rId36" Type="http://schemas.openxmlformats.org/officeDocument/2006/relationships/image" Target="../media/image-3-36.jpg"/><Relationship Id="rId37" Type="http://schemas.openxmlformats.org/officeDocument/2006/relationships/image" Target="../media/image-3-37.jpg"/><Relationship Id="rId38" Type="http://schemas.openxmlformats.org/officeDocument/2006/relationships/image" Target="../media/image-3-38.jpg"/><Relationship Id="rId39" Type="http://schemas.openxmlformats.org/officeDocument/2006/relationships/image" Target="../media/image-3-39.jpg"/><Relationship Id="rId40" Type="http://schemas.openxmlformats.org/officeDocument/2006/relationships/image" Target="../media/image-3-40.jpg"/><Relationship Id="rId41" Type="http://schemas.openxmlformats.org/officeDocument/2006/relationships/image" Target="../media/image-3-41.jpg"/><Relationship Id="rId42" Type="http://schemas.openxmlformats.org/officeDocument/2006/relationships/image" Target="../media/image-3-42.jpg"/><Relationship Id="rId43" Type="http://schemas.openxmlformats.org/officeDocument/2006/relationships/image" Target="../media/image-3-43.jpg"/><Relationship Id="rId44" Type="http://schemas.openxmlformats.org/officeDocument/2006/relationships/image" Target="../media/image-3-44.jpg"/><Relationship Id="rId45" Type="http://schemas.openxmlformats.org/officeDocument/2006/relationships/image" Target="../media/image-3-45.jpg"/><Relationship Id="rId46" Type="http://schemas.openxmlformats.org/officeDocument/2006/relationships/image" Target="../media/image-3-46.jpg"/><Relationship Id="rId47" Type="http://schemas.openxmlformats.org/officeDocument/2006/relationships/image" Target="../media/image-3-47.jpg"/><Relationship Id="rId48" Type="http://schemas.openxmlformats.org/officeDocument/2006/relationships/image" Target="../media/image-3-48.jpg"/><Relationship Id="rId49" Type="http://schemas.openxmlformats.org/officeDocument/2006/relationships/image" Target="../media/image-3-49.jpg"/><Relationship Id="rId50" Type="http://schemas.openxmlformats.org/officeDocument/2006/relationships/image" Target="../media/image-3-50.jpg"/><Relationship Id="rId51" Type="http://schemas.openxmlformats.org/officeDocument/2006/relationships/slideLayout" Target="../slideLayouts/slideLayout1.xml"/><Relationship Id="rId5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image" Target="../media/image-4-4.jpg"/><Relationship Id="rId5" Type="http://schemas.openxmlformats.org/officeDocument/2006/relationships/image" Target="../media/image-4-5.jpg"/><Relationship Id="rId6" Type="http://schemas.openxmlformats.org/officeDocument/2006/relationships/image" Target="../media/image-4-6.jpg"/><Relationship Id="rId7" Type="http://schemas.openxmlformats.org/officeDocument/2006/relationships/image" Target="../media/image-4-7.jpg"/><Relationship Id="rId8" Type="http://schemas.openxmlformats.org/officeDocument/2006/relationships/image" Target="../media/image-4-8.jpg"/><Relationship Id="rId9" Type="http://schemas.openxmlformats.org/officeDocument/2006/relationships/image" Target="../media/image-4-9.jpg"/><Relationship Id="rId10" Type="http://schemas.openxmlformats.org/officeDocument/2006/relationships/image" Target="../media/image-4-10.jp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image" Target="../media/image-5-4.jpg"/><Relationship Id="rId5" Type="http://schemas.openxmlformats.org/officeDocument/2006/relationships/image" Target="../media/image-5-5.jpg"/><Relationship Id="rId6" Type="http://schemas.openxmlformats.org/officeDocument/2006/relationships/image" Target="../media/image-5-6.jpg"/><Relationship Id="rId7" Type="http://schemas.openxmlformats.org/officeDocument/2006/relationships/image" Target="../media/image-5-7.jpg"/><Relationship Id="rId8" Type="http://schemas.openxmlformats.org/officeDocument/2006/relationships/image" Target="../media/image-5-8.jpg"/><Relationship Id="rId9" Type="http://schemas.openxmlformats.org/officeDocument/2006/relationships/image" Target="../media/image-5-9.jpg"/><Relationship Id="rId10" Type="http://schemas.openxmlformats.org/officeDocument/2006/relationships/image" Target="../media/image-5-10.jp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image" Target="../media/image-6-4.jpg"/><Relationship Id="rId5" Type="http://schemas.openxmlformats.org/officeDocument/2006/relationships/image" Target="../media/image-6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image" Target="../media/image-7-4.jpg"/><Relationship Id="rId5" Type="http://schemas.openxmlformats.org/officeDocument/2006/relationships/image" Target="../media/image-7-5.jpg"/><Relationship Id="rId6" Type="http://schemas.openxmlformats.org/officeDocument/2006/relationships/image" Target="../media/image-7-6.jpg"/><Relationship Id="rId7" Type="http://schemas.openxmlformats.org/officeDocument/2006/relationships/image" Target="../media/image-7-7.jpg"/><Relationship Id="rId8" Type="http://schemas.openxmlformats.org/officeDocument/2006/relationships/image" Target="../media/image-7-8.jp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image" Target="../media/image-9-3.jpg"/><Relationship Id="rId4" Type="http://schemas.openxmlformats.org/officeDocument/2006/relationships/image" Target="../media/image-9-4.jpg"/><Relationship Id="rId5" Type="http://schemas.openxmlformats.org/officeDocument/2006/relationships/image" Target="../media/image-9-5.jpg"/><Relationship Id="rId6" Type="http://schemas.openxmlformats.org/officeDocument/2006/relationships/image" Target="../media/image-9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image" Target="../media/image-10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image" Target="../media/image-14-3.jpg"/><Relationship Id="rId4" Type="http://schemas.openxmlformats.org/officeDocument/2006/relationships/image" Target="../media/image-14-4.jpg"/><Relationship Id="rId5" Type="http://schemas.openxmlformats.org/officeDocument/2006/relationships/image" Target="../media/image-14-5.jpg"/><Relationship Id="rId6" Type="http://schemas.openxmlformats.org/officeDocument/2006/relationships/image" Target="../media/image-14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jpg"/><Relationship Id="rId3" Type="http://schemas.openxmlformats.org/officeDocument/2006/relationships/image" Target="../media/image-15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jpg"/><Relationship Id="rId3" Type="http://schemas.openxmlformats.org/officeDocument/2006/relationships/image" Target="../media/image-17-3.jpg"/><Relationship Id="rId4" Type="http://schemas.openxmlformats.org/officeDocument/2006/relationships/image" Target="../media/image-17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jpg"/><Relationship Id="rId3" Type="http://schemas.openxmlformats.org/officeDocument/2006/relationships/image" Target="../media/image-18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jpg"/><Relationship Id="rId3" Type="http://schemas.openxmlformats.org/officeDocument/2006/relationships/image" Target="../media/image-19-3.jpg"/><Relationship Id="rId4" Type="http://schemas.openxmlformats.org/officeDocument/2006/relationships/image" Target="../media/image-19-4.jpg"/><Relationship Id="rId5" Type="http://schemas.openxmlformats.org/officeDocument/2006/relationships/image" Target="../media/image-19-5.jpg"/><Relationship Id="rId6" Type="http://schemas.openxmlformats.org/officeDocument/2006/relationships/image" Target="../media/image-19-6.jpg"/><Relationship Id="rId7" Type="http://schemas.openxmlformats.org/officeDocument/2006/relationships/image" Target="../media/image-19-7.jp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jpg"/><Relationship Id="rId3" Type="http://schemas.openxmlformats.org/officeDocument/2006/relationships/image" Target="../media/image-20-3.jpg"/><Relationship Id="rId4" Type="http://schemas.openxmlformats.org/officeDocument/2006/relationships/image" Target="../media/image-20-4.jpg"/><Relationship Id="rId5" Type="http://schemas.openxmlformats.org/officeDocument/2006/relationships/image" Target="../media/image-20-5.jpg"/><Relationship Id="rId6" Type="http://schemas.openxmlformats.org/officeDocument/2006/relationships/image" Target="../media/image-20-6.jpg"/><Relationship Id="rId7" Type="http://schemas.openxmlformats.org/officeDocument/2006/relationships/image" Target="../media/image-20-7.jpg"/><Relationship Id="rId8" Type="http://schemas.openxmlformats.org/officeDocument/2006/relationships/image" Target="../media/image-20-8.jpg"/><Relationship Id="rId9" Type="http://schemas.openxmlformats.org/officeDocument/2006/relationships/image" Target="../media/image-20-9.jpg"/><Relationship Id="rId10" Type="http://schemas.openxmlformats.org/officeDocument/2006/relationships/image" Target="../media/image-20-10.jp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image" Target="../media/image-21-2.jpg"/><Relationship Id="rId3" Type="http://schemas.openxmlformats.org/officeDocument/2006/relationships/image" Target="../media/image-21-3.jpg"/><Relationship Id="rId4" Type="http://schemas.openxmlformats.org/officeDocument/2006/relationships/image" Target="../media/image-21-4.jpg"/><Relationship Id="rId5" Type="http://schemas.openxmlformats.org/officeDocument/2006/relationships/image" Target="../media/image-21-5.jpg"/><Relationship Id="rId6" Type="http://schemas.openxmlformats.org/officeDocument/2006/relationships/image" Target="../media/image-21-6.jpg"/><Relationship Id="rId7" Type="http://schemas.openxmlformats.org/officeDocument/2006/relationships/image" Target="../media/image-21-7.jpg"/><Relationship Id="rId8" Type="http://schemas.openxmlformats.org/officeDocument/2006/relationships/image" Target="../media/image-21-8.jpg"/><Relationship Id="rId9" Type="http://schemas.openxmlformats.org/officeDocument/2006/relationships/image" Target="../media/image-21-9.jpg"/><Relationship Id="rId10" Type="http://schemas.openxmlformats.org/officeDocument/2006/relationships/image" Target="../media/image-21-10.jp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-23-2.jpg"/><Relationship Id="rId3" Type="http://schemas.openxmlformats.org/officeDocument/2006/relationships/image" Target="../media/image-23-3.jpg"/><Relationship Id="rId4" Type="http://schemas.openxmlformats.org/officeDocument/2006/relationships/image" Target="../media/image-23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-24-2.jpg"/><Relationship Id="rId3" Type="http://schemas.openxmlformats.org/officeDocument/2006/relationships/image" Target="../media/image-24-3.jpg"/><Relationship Id="rId4" Type="http://schemas.openxmlformats.org/officeDocument/2006/relationships/image" Target="../media/image-24-4.jpg"/><Relationship Id="rId5" Type="http://schemas.openxmlformats.org/officeDocument/2006/relationships/image" Target="../media/image-24-5.jpg"/><Relationship Id="rId6" Type="http://schemas.openxmlformats.org/officeDocument/2006/relationships/image" Target="../media/image-24-6.jpg"/><Relationship Id="rId7" Type="http://schemas.openxmlformats.org/officeDocument/2006/relationships/image" Target="../media/image-24-7.jpg"/><Relationship Id="rId8" Type="http://schemas.openxmlformats.org/officeDocument/2006/relationships/image" Target="../media/image-24-8.jpg"/><Relationship Id="rId9" Type="http://schemas.openxmlformats.org/officeDocument/2006/relationships/image" Target="../media/image-24-9.jpg"/><Relationship Id="rId10" Type="http://schemas.openxmlformats.org/officeDocument/2006/relationships/image" Target="../media/image-24-10.jpg"/><Relationship Id="rId11" Type="http://schemas.openxmlformats.org/officeDocument/2006/relationships/image" Target="../media/image-24-11.jpg"/><Relationship Id="rId12" Type="http://schemas.openxmlformats.org/officeDocument/2006/relationships/image" Target="../media/image-24-12.jpg"/><Relationship Id="rId13" Type="http://schemas.openxmlformats.org/officeDocument/2006/relationships/image" Target="../media/image-24-13.jpg"/><Relationship Id="rId14" Type="http://schemas.openxmlformats.org/officeDocument/2006/relationships/image" Target="../media/image-24-14.jpg"/><Relationship Id="rId15" Type="http://schemas.openxmlformats.org/officeDocument/2006/relationships/image" Target="../media/image-24-15.jpg"/><Relationship Id="rId16" Type="http://schemas.openxmlformats.org/officeDocument/2006/relationships/image" Target="../media/image-24-16.jpg"/><Relationship Id="rId17" Type="http://schemas.openxmlformats.org/officeDocument/2006/relationships/image" Target="../media/image-24-17.jpg"/><Relationship Id="rId18" Type="http://schemas.openxmlformats.org/officeDocument/2006/relationships/image" Target="../media/image-24-18.jpg"/><Relationship Id="rId19" Type="http://schemas.openxmlformats.org/officeDocument/2006/relationships/image" Target="../media/image-24-19.jpg"/><Relationship Id="rId20" Type="http://schemas.openxmlformats.org/officeDocument/2006/relationships/image" Target="../media/image-24-20.jpg"/><Relationship Id="rId21" Type="http://schemas.openxmlformats.org/officeDocument/2006/relationships/image" Target="../media/image-24-21.jpg"/><Relationship Id="rId22" Type="http://schemas.openxmlformats.org/officeDocument/2006/relationships/image" Target="../media/image-24-22.jpg"/><Relationship Id="rId23" Type="http://schemas.openxmlformats.org/officeDocument/2006/relationships/image" Target="../media/image-24-23.jpg"/><Relationship Id="rId24" Type="http://schemas.openxmlformats.org/officeDocument/2006/relationships/image" Target="../media/image-24-24.jpg"/><Relationship Id="rId25" Type="http://schemas.openxmlformats.org/officeDocument/2006/relationships/image" Target="../media/image-24-25.jpg"/><Relationship Id="rId26" Type="http://schemas.openxmlformats.org/officeDocument/2006/relationships/image" Target="../media/image-24-26.jpg"/><Relationship Id="rId27" Type="http://schemas.openxmlformats.org/officeDocument/2006/relationships/image" Target="../media/image-24-27.jpg"/><Relationship Id="rId28" Type="http://schemas.openxmlformats.org/officeDocument/2006/relationships/image" Target="../media/image-24-28.jpg"/><Relationship Id="rId29" Type="http://schemas.openxmlformats.org/officeDocument/2006/relationships/image" Target="../media/image-24-29.jpg"/><Relationship Id="rId30" Type="http://schemas.openxmlformats.org/officeDocument/2006/relationships/image" Target="../media/image-24-30.jpg"/><Relationship Id="rId31" Type="http://schemas.openxmlformats.org/officeDocument/2006/relationships/image" Target="../media/image-24-31.jpg"/><Relationship Id="rId32" Type="http://schemas.openxmlformats.org/officeDocument/2006/relationships/image" Target="../media/image-24-32.jpg"/><Relationship Id="rId33" Type="http://schemas.openxmlformats.org/officeDocument/2006/relationships/image" Target="../media/image-24-33.jpg"/><Relationship Id="rId34" Type="http://schemas.openxmlformats.org/officeDocument/2006/relationships/image" Target="../media/image-24-34.jpg"/><Relationship Id="rId35" Type="http://schemas.openxmlformats.org/officeDocument/2006/relationships/image" Target="../media/image-24-35.jpg"/><Relationship Id="rId36" Type="http://schemas.openxmlformats.org/officeDocument/2006/relationships/image" Target="../media/image-24-36.jpg"/><Relationship Id="rId37" Type="http://schemas.openxmlformats.org/officeDocument/2006/relationships/image" Target="../media/image-24-37.jpg"/><Relationship Id="rId38" Type="http://schemas.openxmlformats.org/officeDocument/2006/relationships/image" Target="../media/image-24-38.jpg"/><Relationship Id="rId39" Type="http://schemas.openxmlformats.org/officeDocument/2006/relationships/image" Target="../media/image-24-39.jpg"/><Relationship Id="rId40" Type="http://schemas.openxmlformats.org/officeDocument/2006/relationships/image" Target="../media/image-24-40.jpg"/><Relationship Id="rId41" Type="http://schemas.openxmlformats.org/officeDocument/2006/relationships/image" Target="../media/image-24-41.jpg"/><Relationship Id="rId42" Type="http://schemas.openxmlformats.org/officeDocument/2006/relationships/image" Target="../media/image-24-42.jpg"/><Relationship Id="rId43" Type="http://schemas.openxmlformats.org/officeDocument/2006/relationships/image" Target="../media/image-24-43.jpg"/><Relationship Id="rId44" Type="http://schemas.openxmlformats.org/officeDocument/2006/relationships/image" Target="../media/image-24-44.jpg"/><Relationship Id="rId45" Type="http://schemas.openxmlformats.org/officeDocument/2006/relationships/image" Target="../media/image-24-45.jpg"/><Relationship Id="rId46" Type="http://schemas.openxmlformats.org/officeDocument/2006/relationships/image" Target="../media/image-24-46.jpg"/><Relationship Id="rId47" Type="http://schemas.openxmlformats.org/officeDocument/2006/relationships/image" Target="../media/image-24-47.jpg"/><Relationship Id="rId48" Type="http://schemas.openxmlformats.org/officeDocument/2006/relationships/image" Target="../media/image-24-48.jpg"/><Relationship Id="rId49" Type="http://schemas.openxmlformats.org/officeDocument/2006/relationships/image" Target="../media/image-24-49.jpg"/><Relationship Id="rId50" Type="http://schemas.openxmlformats.org/officeDocument/2006/relationships/image" Target="../media/image-24-50.jpg"/><Relationship Id="rId51" Type="http://schemas.openxmlformats.org/officeDocument/2006/relationships/slideLayout" Target="../slideLayouts/slideLayout1.xml"/><Relationship Id="rId5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image" Target="../media/image-26-2.jpg"/><Relationship Id="rId3" Type="http://schemas.openxmlformats.org/officeDocument/2006/relationships/image" Target="../media/image-26-3.jpg"/><Relationship Id="rId4" Type="http://schemas.openxmlformats.org/officeDocument/2006/relationships/image" Target="../media/image-26-4.jpg"/><Relationship Id="rId5" Type="http://schemas.openxmlformats.org/officeDocument/2006/relationships/image" Target="../media/image-26-5.jpg"/><Relationship Id="rId6" Type="http://schemas.openxmlformats.org/officeDocument/2006/relationships/image" Target="../media/image-26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image" Target="../media/image-27-2.jpg"/><Relationship Id="rId3" Type="http://schemas.openxmlformats.org/officeDocument/2006/relationships/image" Target="../media/image-27-3.jpg"/><Relationship Id="rId4" Type="http://schemas.openxmlformats.org/officeDocument/2006/relationships/image" Target="../media/image-27-4.jpg"/><Relationship Id="rId5" Type="http://schemas.openxmlformats.org/officeDocument/2006/relationships/image" Target="../media/image-27-5.jpg"/><Relationship Id="rId6" Type="http://schemas.openxmlformats.org/officeDocument/2006/relationships/image" Target="../media/image-27-6.jpg"/><Relationship Id="rId7" Type="http://schemas.openxmlformats.org/officeDocument/2006/relationships/image" Target="../media/image-27-7.jpg"/><Relationship Id="rId8" Type="http://schemas.openxmlformats.org/officeDocument/2006/relationships/image" Target="../media/image-27-8.jpg"/><Relationship Id="rId9" Type="http://schemas.openxmlformats.org/officeDocument/2006/relationships/image" Target="../media/image-27-9.jpg"/><Relationship Id="rId10" Type="http://schemas.openxmlformats.org/officeDocument/2006/relationships/image" Target="../media/image-27-10.jpg"/><Relationship Id="rId11" Type="http://schemas.openxmlformats.org/officeDocument/2006/relationships/image" Target="../media/image-27-11.jpg"/><Relationship Id="rId12" Type="http://schemas.openxmlformats.org/officeDocument/2006/relationships/image" Target="../media/image-27-12.jpg"/><Relationship Id="rId13" Type="http://schemas.openxmlformats.org/officeDocument/2006/relationships/image" Target="../media/image-27-13.jpg"/><Relationship Id="rId14" Type="http://schemas.openxmlformats.org/officeDocument/2006/relationships/image" Target="../media/image-27-14.jpg"/><Relationship Id="rId15" Type="http://schemas.openxmlformats.org/officeDocument/2006/relationships/image" Target="../media/image-27-15.jpg"/><Relationship Id="rId16" Type="http://schemas.openxmlformats.org/officeDocument/2006/relationships/image" Target="../media/image-27-16.jpg"/><Relationship Id="rId17" Type="http://schemas.openxmlformats.org/officeDocument/2006/relationships/image" Target="../media/image-27-17.jpg"/><Relationship Id="rId18" Type="http://schemas.openxmlformats.org/officeDocument/2006/relationships/image" Target="../media/image-27-18.jpg"/><Relationship Id="rId19" Type="http://schemas.openxmlformats.org/officeDocument/2006/relationships/image" Target="../media/image-27-19.jpg"/><Relationship Id="rId20" Type="http://schemas.openxmlformats.org/officeDocument/2006/relationships/image" Target="../media/image-27-20.jpg"/><Relationship Id="rId21" Type="http://schemas.openxmlformats.org/officeDocument/2006/relationships/image" Target="../media/image-27-21.jpg"/><Relationship Id="rId22" Type="http://schemas.openxmlformats.org/officeDocument/2006/relationships/image" Target="../media/image-27-22.jpg"/><Relationship Id="rId23" Type="http://schemas.openxmlformats.org/officeDocument/2006/relationships/image" Target="../media/image-27-23.jpg"/><Relationship Id="rId24" Type="http://schemas.openxmlformats.org/officeDocument/2006/relationships/image" Target="../media/image-27-24.jpg"/><Relationship Id="rId25" Type="http://schemas.openxmlformats.org/officeDocument/2006/relationships/image" Target="../media/image-27-25.jpg"/><Relationship Id="rId26" Type="http://schemas.openxmlformats.org/officeDocument/2006/relationships/image" Target="../media/image-27-26.jpg"/><Relationship Id="rId27" Type="http://schemas.openxmlformats.org/officeDocument/2006/relationships/image" Target="../media/image-27-27.jpg"/><Relationship Id="rId28" Type="http://schemas.openxmlformats.org/officeDocument/2006/relationships/image" Target="../media/image-27-28.jpg"/><Relationship Id="rId29" Type="http://schemas.openxmlformats.org/officeDocument/2006/relationships/image" Target="../media/image-27-29.jpg"/><Relationship Id="rId30" Type="http://schemas.openxmlformats.org/officeDocument/2006/relationships/image" Target="../media/image-27-30.jpg"/><Relationship Id="rId31" Type="http://schemas.openxmlformats.org/officeDocument/2006/relationships/image" Target="../media/image-27-31.jpg"/><Relationship Id="rId32" Type="http://schemas.openxmlformats.org/officeDocument/2006/relationships/image" Target="../media/image-27-32.jpg"/><Relationship Id="rId33" Type="http://schemas.openxmlformats.org/officeDocument/2006/relationships/image" Target="../media/image-27-33.jpg"/><Relationship Id="rId34" Type="http://schemas.openxmlformats.org/officeDocument/2006/relationships/image" Target="../media/image-27-34.jpg"/><Relationship Id="rId35" Type="http://schemas.openxmlformats.org/officeDocument/2006/relationships/image" Target="../media/image-27-35.jpg"/><Relationship Id="rId36" Type="http://schemas.openxmlformats.org/officeDocument/2006/relationships/image" Target="../media/image-27-36.jpg"/><Relationship Id="rId37" Type="http://schemas.openxmlformats.org/officeDocument/2006/relationships/image" Target="../media/image-27-37.jpg"/><Relationship Id="rId38" Type="http://schemas.openxmlformats.org/officeDocument/2006/relationships/image" Target="../media/image-27-38.jpg"/><Relationship Id="rId39" Type="http://schemas.openxmlformats.org/officeDocument/2006/relationships/image" Target="../media/image-27-39.jpg"/><Relationship Id="rId40" Type="http://schemas.openxmlformats.org/officeDocument/2006/relationships/image" Target="../media/image-27-40.jpg"/><Relationship Id="rId41" Type="http://schemas.openxmlformats.org/officeDocument/2006/relationships/image" Target="../media/image-27-41.jpg"/><Relationship Id="rId42" Type="http://schemas.openxmlformats.org/officeDocument/2006/relationships/image" Target="../media/image-27-42.jpg"/><Relationship Id="rId43" Type="http://schemas.openxmlformats.org/officeDocument/2006/relationships/image" Target="../media/image-27-43.jpg"/><Relationship Id="rId44" Type="http://schemas.openxmlformats.org/officeDocument/2006/relationships/image" Target="../media/image-27-44.jpg"/><Relationship Id="rId45" Type="http://schemas.openxmlformats.org/officeDocument/2006/relationships/image" Target="../media/image-27-45.jpg"/><Relationship Id="rId46" Type="http://schemas.openxmlformats.org/officeDocument/2006/relationships/image" Target="../media/image-27-46.jpg"/><Relationship Id="rId47" Type="http://schemas.openxmlformats.org/officeDocument/2006/relationships/image" Target="../media/image-27-47.jpg"/><Relationship Id="rId48" Type="http://schemas.openxmlformats.org/officeDocument/2006/relationships/image" Target="../media/image-27-48.jpg"/><Relationship Id="rId49" Type="http://schemas.openxmlformats.org/officeDocument/2006/relationships/image" Target="../media/image-27-49.jpg"/><Relationship Id="rId50" Type="http://schemas.openxmlformats.org/officeDocument/2006/relationships/image" Target="../media/image-27-50.jpg"/><Relationship Id="rId51" Type="http://schemas.openxmlformats.org/officeDocument/2006/relationships/slideLayout" Target="../slideLayouts/slideLayout1.xml"/><Relationship Id="rId5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image" Target="../media/image-28-2.jpg"/><Relationship Id="rId3" Type="http://schemas.openxmlformats.org/officeDocument/2006/relationships/image" Target="../media/image-28-3.jpg"/><Relationship Id="rId4" Type="http://schemas.openxmlformats.org/officeDocument/2006/relationships/image" Target="../media/image-28-4.jpg"/><Relationship Id="rId5" Type="http://schemas.openxmlformats.org/officeDocument/2006/relationships/image" Target="../media/image-28-5.jpg"/><Relationship Id="rId6" Type="http://schemas.openxmlformats.org/officeDocument/2006/relationships/image" Target="../media/image-28-6.jpg"/><Relationship Id="rId7" Type="http://schemas.openxmlformats.org/officeDocument/2006/relationships/image" Target="../media/image-28-7.jpg"/><Relationship Id="rId8" Type="http://schemas.openxmlformats.org/officeDocument/2006/relationships/image" Target="../media/image-28-8.jpg"/><Relationship Id="rId9" Type="http://schemas.openxmlformats.org/officeDocument/2006/relationships/image" Target="../media/image-28-9.jpg"/><Relationship Id="rId10" Type="http://schemas.openxmlformats.org/officeDocument/2006/relationships/image" Target="../media/image-28-10.jpg"/><Relationship Id="rId11" Type="http://schemas.openxmlformats.org/officeDocument/2006/relationships/image" Target="../media/image-28-11.jpg"/><Relationship Id="rId12" Type="http://schemas.openxmlformats.org/officeDocument/2006/relationships/image" Target="../media/image-28-12.jpg"/><Relationship Id="rId13" Type="http://schemas.openxmlformats.org/officeDocument/2006/relationships/image" Target="../media/image-28-13.jpg"/><Relationship Id="rId14" Type="http://schemas.openxmlformats.org/officeDocument/2006/relationships/image" Target="../media/image-28-14.jpg"/><Relationship Id="rId15" Type="http://schemas.openxmlformats.org/officeDocument/2006/relationships/image" Target="../media/image-28-15.jpg"/><Relationship Id="rId16" Type="http://schemas.openxmlformats.org/officeDocument/2006/relationships/image" Target="../media/image-28-16.jpg"/><Relationship Id="rId17" Type="http://schemas.openxmlformats.org/officeDocument/2006/relationships/image" Target="../media/image-28-17.jpg"/><Relationship Id="rId18" Type="http://schemas.openxmlformats.org/officeDocument/2006/relationships/image" Target="../media/image-28-18.jpg"/><Relationship Id="rId19" Type="http://schemas.openxmlformats.org/officeDocument/2006/relationships/image" Target="../media/image-28-19.jpg"/><Relationship Id="rId20" Type="http://schemas.openxmlformats.org/officeDocument/2006/relationships/image" Target="../media/image-28-20.jpg"/><Relationship Id="rId21" Type="http://schemas.openxmlformats.org/officeDocument/2006/relationships/image" Target="../media/image-28-21.jpg"/><Relationship Id="rId22" Type="http://schemas.openxmlformats.org/officeDocument/2006/relationships/image" Target="../media/image-28-22.jpg"/><Relationship Id="rId23" Type="http://schemas.openxmlformats.org/officeDocument/2006/relationships/image" Target="../media/image-28-23.jpg"/><Relationship Id="rId24" Type="http://schemas.openxmlformats.org/officeDocument/2006/relationships/image" Target="../media/image-28-24.jpg"/><Relationship Id="rId25" Type="http://schemas.openxmlformats.org/officeDocument/2006/relationships/image" Target="../media/image-28-25.jpg"/><Relationship Id="rId26" Type="http://schemas.openxmlformats.org/officeDocument/2006/relationships/image" Target="../media/image-28-26.jpg"/><Relationship Id="rId27" Type="http://schemas.openxmlformats.org/officeDocument/2006/relationships/image" Target="../media/image-28-27.jpg"/><Relationship Id="rId28" Type="http://schemas.openxmlformats.org/officeDocument/2006/relationships/image" Target="../media/image-28-28.jpg"/><Relationship Id="rId29" Type="http://schemas.openxmlformats.org/officeDocument/2006/relationships/image" Target="../media/image-28-29.jpg"/><Relationship Id="rId30" Type="http://schemas.openxmlformats.org/officeDocument/2006/relationships/image" Target="../media/image-28-30.jpg"/><Relationship Id="rId31" Type="http://schemas.openxmlformats.org/officeDocument/2006/relationships/image" Target="../media/image-28-31.jpg"/><Relationship Id="rId32" Type="http://schemas.openxmlformats.org/officeDocument/2006/relationships/image" Target="../media/image-28-32.jpg"/><Relationship Id="rId33" Type="http://schemas.openxmlformats.org/officeDocument/2006/relationships/image" Target="../media/image-28-33.jpg"/><Relationship Id="rId34" Type="http://schemas.openxmlformats.org/officeDocument/2006/relationships/image" Target="../media/image-28-34.jpg"/><Relationship Id="rId35" Type="http://schemas.openxmlformats.org/officeDocument/2006/relationships/image" Target="../media/image-28-35.jpg"/><Relationship Id="rId36" Type="http://schemas.openxmlformats.org/officeDocument/2006/relationships/image" Target="../media/image-28-36.jpg"/><Relationship Id="rId37" Type="http://schemas.openxmlformats.org/officeDocument/2006/relationships/image" Target="../media/image-28-37.jpg"/><Relationship Id="rId38" Type="http://schemas.openxmlformats.org/officeDocument/2006/relationships/image" Target="../media/image-28-38.jpg"/><Relationship Id="rId39" Type="http://schemas.openxmlformats.org/officeDocument/2006/relationships/image" Target="../media/image-28-39.jpg"/><Relationship Id="rId40" Type="http://schemas.openxmlformats.org/officeDocument/2006/relationships/image" Target="../media/image-28-40.jpg"/><Relationship Id="rId41" Type="http://schemas.openxmlformats.org/officeDocument/2006/relationships/image" Target="../media/image-28-41.jpg"/><Relationship Id="rId42" Type="http://schemas.openxmlformats.org/officeDocument/2006/relationships/image" Target="../media/image-28-42.jpg"/><Relationship Id="rId43" Type="http://schemas.openxmlformats.org/officeDocument/2006/relationships/image" Target="../media/image-28-43.jpg"/><Relationship Id="rId44" Type="http://schemas.openxmlformats.org/officeDocument/2006/relationships/image" Target="../media/image-28-44.jpg"/><Relationship Id="rId45" Type="http://schemas.openxmlformats.org/officeDocument/2006/relationships/image" Target="../media/image-28-45.jpg"/><Relationship Id="rId46" Type="http://schemas.openxmlformats.org/officeDocument/2006/relationships/image" Target="../media/image-28-46.jpg"/><Relationship Id="rId47" Type="http://schemas.openxmlformats.org/officeDocument/2006/relationships/image" Target="../media/image-28-47.jpg"/><Relationship Id="rId48" Type="http://schemas.openxmlformats.org/officeDocument/2006/relationships/image" Target="../media/image-28-48.jpg"/><Relationship Id="rId49" Type="http://schemas.openxmlformats.org/officeDocument/2006/relationships/image" Target="../media/image-28-49.jpg"/><Relationship Id="rId50" Type="http://schemas.openxmlformats.org/officeDocument/2006/relationships/image" Target="../media/image-28-50.jpg"/><Relationship Id="rId51" Type="http://schemas.openxmlformats.org/officeDocument/2006/relationships/slideLayout" Target="../slideLayouts/slideLayout1.xml"/><Relationship Id="rId5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image" Target="../media/image-29-2.jpg"/><Relationship Id="rId3" Type="http://schemas.openxmlformats.org/officeDocument/2006/relationships/image" Target="../media/image-29-3.jpg"/><Relationship Id="rId4" Type="http://schemas.openxmlformats.org/officeDocument/2006/relationships/image" Target="../media/image-29-4.jpg"/><Relationship Id="rId5" Type="http://schemas.openxmlformats.org/officeDocument/2006/relationships/image" Target="../media/image-29-5.jpg"/><Relationship Id="rId6" Type="http://schemas.openxmlformats.org/officeDocument/2006/relationships/image" Target="../media/image-29-6.jpg"/><Relationship Id="rId7" Type="http://schemas.openxmlformats.org/officeDocument/2006/relationships/image" Target="../media/image-29-7.jpg"/><Relationship Id="rId8" Type="http://schemas.openxmlformats.org/officeDocument/2006/relationships/image" Target="../media/image-29-8.jpg"/><Relationship Id="rId9" Type="http://schemas.openxmlformats.org/officeDocument/2006/relationships/image" Target="../media/image-29-9.jpg"/><Relationship Id="rId10" Type="http://schemas.openxmlformats.org/officeDocument/2006/relationships/image" Target="../media/image-29-10.jp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image" Target="../media/image-30-2.jpg"/><Relationship Id="rId3" Type="http://schemas.openxmlformats.org/officeDocument/2006/relationships/image" Target="../media/image-30-3.jpg"/><Relationship Id="rId4" Type="http://schemas.openxmlformats.org/officeDocument/2006/relationships/image" Target="../media/image-30-4.jpg"/><Relationship Id="rId5" Type="http://schemas.openxmlformats.org/officeDocument/2006/relationships/image" Target="../media/image-30-5.jpg"/><Relationship Id="rId6" Type="http://schemas.openxmlformats.org/officeDocument/2006/relationships/image" Target="../media/image-30-6.jpg"/><Relationship Id="rId7" Type="http://schemas.openxmlformats.org/officeDocument/2006/relationships/image" Target="../media/image-30-7.jpg"/><Relationship Id="rId8" Type="http://schemas.openxmlformats.org/officeDocument/2006/relationships/image" Target="../media/image-30-8.jpg"/><Relationship Id="rId9" Type="http://schemas.openxmlformats.org/officeDocument/2006/relationships/image" Target="../media/image-30-9.jpg"/><Relationship Id="rId10" Type="http://schemas.openxmlformats.org/officeDocument/2006/relationships/image" Target="../media/image-30-10.jp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image" Target="../media/image-31-2.jpg"/><Relationship Id="rId3" Type="http://schemas.openxmlformats.org/officeDocument/2006/relationships/image" Target="../media/image-31-3.jpg"/><Relationship Id="rId4" Type="http://schemas.openxmlformats.org/officeDocument/2006/relationships/image" Target="../media/image-31-4.jpg"/><Relationship Id="rId5" Type="http://schemas.openxmlformats.org/officeDocument/2006/relationships/image" Target="../media/image-31-5.jpg"/><Relationship Id="rId6" Type="http://schemas.openxmlformats.org/officeDocument/2006/relationships/image" Target="../media/image-31-6.jpg"/><Relationship Id="rId7" Type="http://schemas.openxmlformats.org/officeDocument/2006/relationships/image" Target="../media/image-31-7.jpg"/><Relationship Id="rId8" Type="http://schemas.openxmlformats.org/officeDocument/2006/relationships/image" Target="../media/image-31-8.jpg"/><Relationship Id="rId9" Type="http://schemas.openxmlformats.org/officeDocument/2006/relationships/image" Target="../media/image-31-9.jpg"/><Relationship Id="rId10" Type="http://schemas.openxmlformats.org/officeDocument/2006/relationships/image" Target="../media/image-31-10.jp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image" Target="../media/image-32-2.jpg"/><Relationship Id="rId3" Type="http://schemas.openxmlformats.org/officeDocument/2006/relationships/image" Target="../media/image-32-3.jpg"/><Relationship Id="rId4" Type="http://schemas.openxmlformats.org/officeDocument/2006/relationships/image" Target="../media/image-32-4.jpg"/><Relationship Id="rId5" Type="http://schemas.openxmlformats.org/officeDocument/2006/relationships/image" Target="../media/image-32-5.jpg"/><Relationship Id="rId6" Type="http://schemas.openxmlformats.org/officeDocument/2006/relationships/image" Target="../media/image-32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g"/><Relationship Id="rId2" Type="http://schemas.openxmlformats.org/officeDocument/2006/relationships/image" Target="../media/image-34-2.jpg"/><Relationship Id="rId3" Type="http://schemas.openxmlformats.org/officeDocument/2006/relationships/image" Target="../media/image-34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image" Target="../media/image-35-2.jpg"/><Relationship Id="rId3" Type="http://schemas.openxmlformats.org/officeDocument/2006/relationships/image" Target="../media/image-35-3.jpg"/><Relationship Id="rId4" Type="http://schemas.openxmlformats.org/officeDocument/2006/relationships/image" Target="../media/image-35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g"/><Relationship Id="rId2" Type="http://schemas.openxmlformats.org/officeDocument/2006/relationships/image" Target="../media/image-36-2.jpg"/><Relationship Id="rId3" Type="http://schemas.openxmlformats.org/officeDocument/2006/relationships/image" Target="../media/image-36-3.jpg"/><Relationship Id="rId4" Type="http://schemas.openxmlformats.org/officeDocument/2006/relationships/image" Target="../media/image-36-4.jpg"/><Relationship Id="rId5" Type="http://schemas.openxmlformats.org/officeDocument/2006/relationships/image" Target="../media/image-36-5.jpg"/><Relationship Id="rId6" Type="http://schemas.openxmlformats.org/officeDocument/2006/relationships/image" Target="../media/image-36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jpg"/><Relationship Id="rId2" Type="http://schemas.openxmlformats.org/officeDocument/2006/relationships/image" Target="../media/image-37-2.jpg"/><Relationship Id="rId3" Type="http://schemas.openxmlformats.org/officeDocument/2006/relationships/image" Target="../media/image-37-3.jpg"/><Relationship Id="rId4" Type="http://schemas.openxmlformats.org/officeDocument/2006/relationships/image" Target="../media/image-37-4.jpg"/><Relationship Id="rId5" Type="http://schemas.openxmlformats.org/officeDocument/2006/relationships/image" Target="../media/image-37-5.jpg"/><Relationship Id="rId6" Type="http://schemas.openxmlformats.org/officeDocument/2006/relationships/image" Target="../media/image-37-6.jpg"/><Relationship Id="rId7" Type="http://schemas.openxmlformats.org/officeDocument/2006/relationships/image" Target="../media/image-37-7.jpg"/><Relationship Id="rId8" Type="http://schemas.openxmlformats.org/officeDocument/2006/relationships/image" Target="../media/image-37-8.jpg"/><Relationship Id="rId9" Type="http://schemas.openxmlformats.org/officeDocument/2006/relationships/image" Target="../media/image-37-9.jpg"/><Relationship Id="rId10" Type="http://schemas.openxmlformats.org/officeDocument/2006/relationships/image" Target="../media/image-37-10.jp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g"/><Relationship Id="rId2" Type="http://schemas.openxmlformats.org/officeDocument/2006/relationships/image" Target="../media/image-38-2.jpg"/><Relationship Id="rId3" Type="http://schemas.openxmlformats.org/officeDocument/2006/relationships/image" Target="../media/image-38-3.jpg"/><Relationship Id="rId4" Type="http://schemas.openxmlformats.org/officeDocument/2006/relationships/image" Target="../media/image-38-4.jpg"/><Relationship Id="rId5" Type="http://schemas.openxmlformats.org/officeDocument/2006/relationships/image" Target="../media/image-38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g"/><Relationship Id="rId2" Type="http://schemas.openxmlformats.org/officeDocument/2006/relationships/image" Target="../media/image-39-2.jpg"/><Relationship Id="rId3" Type="http://schemas.openxmlformats.org/officeDocument/2006/relationships/image" Target="../media/image-39-3.jpg"/><Relationship Id="rId4" Type="http://schemas.openxmlformats.org/officeDocument/2006/relationships/image" Target="../media/image-39-4.jpg"/><Relationship Id="rId5" Type="http://schemas.openxmlformats.org/officeDocument/2006/relationships/image" Target="../media/image-39-5.jpg"/><Relationship Id="rId6" Type="http://schemas.openxmlformats.org/officeDocument/2006/relationships/image" Target="../media/image-39-6.jpg"/><Relationship Id="rId7" Type="http://schemas.openxmlformats.org/officeDocument/2006/relationships/image" Target="../media/image-39-7.jpg"/><Relationship Id="rId8" Type="http://schemas.openxmlformats.org/officeDocument/2006/relationships/image" Target="../media/image-39-8.jpg"/><Relationship Id="rId9" Type="http://schemas.openxmlformats.org/officeDocument/2006/relationships/image" Target="../media/image-39-9.jpg"/><Relationship Id="rId10" Type="http://schemas.openxmlformats.org/officeDocument/2006/relationships/image" Target="../media/image-39-10.jp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g"/><Relationship Id="rId2" Type="http://schemas.openxmlformats.org/officeDocument/2006/relationships/image" Target="../media/image-40-2.jpg"/><Relationship Id="rId3" Type="http://schemas.openxmlformats.org/officeDocument/2006/relationships/image" Target="../media/image-40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jpg"/><Relationship Id="rId2" Type="http://schemas.openxmlformats.org/officeDocument/2006/relationships/image" Target="../media/image-41-2.jpg"/><Relationship Id="rId3" Type="http://schemas.openxmlformats.org/officeDocument/2006/relationships/image" Target="../media/image-41-3.jpg"/><Relationship Id="rId4" Type="http://schemas.openxmlformats.org/officeDocument/2006/relationships/image" Target="../media/image-41-4.jpg"/><Relationship Id="rId5" Type="http://schemas.openxmlformats.org/officeDocument/2006/relationships/image" Target="../media/image-41-5.jpg"/><Relationship Id="rId6" Type="http://schemas.openxmlformats.org/officeDocument/2006/relationships/image" Target="../media/image-41-6.jpg"/><Relationship Id="rId7" Type="http://schemas.openxmlformats.org/officeDocument/2006/relationships/image" Target="../media/image-41-7.jpg"/><Relationship Id="rId8" Type="http://schemas.openxmlformats.org/officeDocument/2006/relationships/image" Target="../media/image-41-8.jpg"/><Relationship Id="rId9" Type="http://schemas.openxmlformats.org/officeDocument/2006/relationships/image" Target="../media/image-41-9.jp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jpg"/><Relationship Id="rId2" Type="http://schemas.openxmlformats.org/officeDocument/2006/relationships/image" Target="../media/image-42-2.jpg"/><Relationship Id="rId3" Type="http://schemas.openxmlformats.org/officeDocument/2006/relationships/image" Target="../media/image-42-3.jpg"/><Relationship Id="rId4" Type="http://schemas.openxmlformats.org/officeDocument/2006/relationships/image" Target="../media/image-42-4.jpg"/><Relationship Id="rId5" Type="http://schemas.openxmlformats.org/officeDocument/2006/relationships/image" Target="../media/image-42-5.jpg"/><Relationship Id="rId6" Type="http://schemas.openxmlformats.org/officeDocument/2006/relationships/image" Target="../media/image-42-6.jpg"/><Relationship Id="rId7" Type="http://schemas.openxmlformats.org/officeDocument/2006/relationships/image" Target="../media/image-42-7.jp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jpg"/><Relationship Id="rId2" Type="http://schemas.openxmlformats.org/officeDocument/2006/relationships/image" Target="../media/image-43-2.jpg"/><Relationship Id="rId3" Type="http://schemas.openxmlformats.org/officeDocument/2006/relationships/image" Target="../media/image-43-3.jpg"/><Relationship Id="rId4" Type="http://schemas.openxmlformats.org/officeDocument/2006/relationships/image" Target="../media/image-43-4.jpg"/><Relationship Id="rId5" Type="http://schemas.openxmlformats.org/officeDocument/2006/relationships/image" Target="../media/image-43-5.jpg"/><Relationship Id="rId6" Type="http://schemas.openxmlformats.org/officeDocument/2006/relationships/image" Target="../media/image-43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jpg"/><Relationship Id="rId2" Type="http://schemas.openxmlformats.org/officeDocument/2006/relationships/image" Target="../media/image-44-2.jpg"/><Relationship Id="rId3" Type="http://schemas.openxmlformats.org/officeDocument/2006/relationships/image" Target="../media/image-44-3.jpg"/><Relationship Id="rId4" Type="http://schemas.openxmlformats.org/officeDocument/2006/relationships/image" Target="../media/image-44-4.jpg"/><Relationship Id="rId5" Type="http://schemas.openxmlformats.org/officeDocument/2006/relationships/image" Target="../media/image-44-5.jpg"/><Relationship Id="rId6" Type="http://schemas.openxmlformats.org/officeDocument/2006/relationships/image" Target="../media/image-44-6.jpg"/><Relationship Id="rId7" Type="http://schemas.openxmlformats.org/officeDocument/2006/relationships/image" Target="../media/image-44-7.jpg"/><Relationship Id="rId8" Type="http://schemas.openxmlformats.org/officeDocument/2006/relationships/image" Target="../media/image-44-8.jpg"/><Relationship Id="rId9" Type="http://schemas.openxmlformats.org/officeDocument/2006/relationships/image" Target="../media/image-44-9.jpg"/><Relationship Id="rId10" Type="http://schemas.openxmlformats.org/officeDocument/2006/relationships/image" Target="../media/image-44-10.jpg"/><Relationship Id="rId11" Type="http://schemas.openxmlformats.org/officeDocument/2006/relationships/image" Target="../media/image-44-11.jpg"/><Relationship Id="rId12" Type="http://schemas.openxmlformats.org/officeDocument/2006/relationships/image" Target="../media/image-44-12.jpg"/><Relationship Id="rId13" Type="http://schemas.openxmlformats.org/officeDocument/2006/relationships/image" Target="../media/image-44-13.jpg"/><Relationship Id="rId14" Type="http://schemas.openxmlformats.org/officeDocument/2006/relationships/image" Target="../media/image-44-14.jpg"/><Relationship Id="rId15" Type="http://schemas.openxmlformats.org/officeDocument/2006/relationships/image" Target="../media/image-44-15.jpg"/><Relationship Id="rId16" Type="http://schemas.openxmlformats.org/officeDocument/2006/relationships/image" Target="../media/image-44-16.jpg"/><Relationship Id="rId17" Type="http://schemas.openxmlformats.org/officeDocument/2006/relationships/image" Target="../media/image-44-17.jpg"/><Relationship Id="rId18" Type="http://schemas.openxmlformats.org/officeDocument/2006/relationships/image" Target="../media/image-44-18.jpg"/><Relationship Id="rId19" Type="http://schemas.openxmlformats.org/officeDocument/2006/relationships/image" Target="../media/image-44-19.jpg"/><Relationship Id="rId20" Type="http://schemas.openxmlformats.org/officeDocument/2006/relationships/image" Target="../media/image-44-20.jpg"/><Relationship Id="rId21" Type="http://schemas.openxmlformats.org/officeDocument/2006/relationships/image" Target="../media/image-44-21.jpg"/><Relationship Id="rId22" Type="http://schemas.openxmlformats.org/officeDocument/2006/relationships/image" Target="../media/image-44-22.jpg"/><Relationship Id="rId23" Type="http://schemas.openxmlformats.org/officeDocument/2006/relationships/image" Target="../media/image-44-23.jpg"/><Relationship Id="rId24" Type="http://schemas.openxmlformats.org/officeDocument/2006/relationships/image" Target="../media/image-44-24.jpg"/><Relationship Id="rId25" Type="http://schemas.openxmlformats.org/officeDocument/2006/relationships/image" Target="../media/image-44-25.jpg"/><Relationship Id="rId26" Type="http://schemas.openxmlformats.org/officeDocument/2006/relationships/image" Target="../media/image-44-26.jpg"/><Relationship Id="rId27" Type="http://schemas.openxmlformats.org/officeDocument/2006/relationships/image" Target="../media/image-44-27.jpg"/><Relationship Id="rId28" Type="http://schemas.openxmlformats.org/officeDocument/2006/relationships/image" Target="../media/image-44-28.jpg"/><Relationship Id="rId29" Type="http://schemas.openxmlformats.org/officeDocument/2006/relationships/image" Target="../media/image-44-29.jpg"/><Relationship Id="rId30" Type="http://schemas.openxmlformats.org/officeDocument/2006/relationships/image" Target="../media/image-44-30.jpg"/><Relationship Id="rId31" Type="http://schemas.openxmlformats.org/officeDocument/2006/relationships/image" Target="../media/image-44-31.jpg"/><Relationship Id="rId32" Type="http://schemas.openxmlformats.org/officeDocument/2006/relationships/image" Target="../media/image-44-32.jpg"/><Relationship Id="rId33" Type="http://schemas.openxmlformats.org/officeDocument/2006/relationships/image" Target="../media/image-44-33.jpg"/><Relationship Id="rId34" Type="http://schemas.openxmlformats.org/officeDocument/2006/relationships/image" Target="../media/image-44-34.jpg"/><Relationship Id="rId35" Type="http://schemas.openxmlformats.org/officeDocument/2006/relationships/image" Target="../media/image-44-35.jpg"/><Relationship Id="rId36" Type="http://schemas.openxmlformats.org/officeDocument/2006/relationships/image" Target="../media/image-44-36.jpg"/><Relationship Id="rId37" Type="http://schemas.openxmlformats.org/officeDocument/2006/relationships/image" Target="../media/image-44-37.jpg"/><Relationship Id="rId38" Type="http://schemas.openxmlformats.org/officeDocument/2006/relationships/image" Target="../media/image-44-38.jpg"/><Relationship Id="rId39" Type="http://schemas.openxmlformats.org/officeDocument/2006/relationships/image" Target="../media/image-44-39.jpg"/><Relationship Id="rId40" Type="http://schemas.openxmlformats.org/officeDocument/2006/relationships/image" Target="../media/image-44-40.jpg"/><Relationship Id="rId41" Type="http://schemas.openxmlformats.org/officeDocument/2006/relationships/image" Target="../media/image-44-41.jpg"/><Relationship Id="rId42" Type="http://schemas.openxmlformats.org/officeDocument/2006/relationships/image" Target="../media/image-44-42.jpg"/><Relationship Id="rId43" Type="http://schemas.openxmlformats.org/officeDocument/2006/relationships/image" Target="../media/image-44-43.jpg"/><Relationship Id="rId44" Type="http://schemas.openxmlformats.org/officeDocument/2006/relationships/image" Target="../media/image-44-44.jpg"/><Relationship Id="rId45" Type="http://schemas.openxmlformats.org/officeDocument/2006/relationships/image" Target="../media/image-44-45.jpg"/><Relationship Id="rId46" Type="http://schemas.openxmlformats.org/officeDocument/2006/relationships/image" Target="../media/image-44-46.jpg"/><Relationship Id="rId47" Type="http://schemas.openxmlformats.org/officeDocument/2006/relationships/image" Target="../media/image-44-47.jpg"/><Relationship Id="rId48" Type="http://schemas.openxmlformats.org/officeDocument/2006/relationships/image" Target="../media/image-44-48.jpg"/><Relationship Id="rId49" Type="http://schemas.openxmlformats.org/officeDocument/2006/relationships/image" Target="../media/image-44-49.jpg"/><Relationship Id="rId50" Type="http://schemas.openxmlformats.org/officeDocument/2006/relationships/image" Target="../media/image-44-50.jpg"/><Relationship Id="rId51" Type="http://schemas.openxmlformats.org/officeDocument/2006/relationships/slideLayout" Target="../slideLayouts/slideLayout1.xml"/><Relationship Id="rId5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jpg"/><Relationship Id="rId2" Type="http://schemas.openxmlformats.org/officeDocument/2006/relationships/image" Target="../media/image-46-2.jpg"/><Relationship Id="rId3" Type="http://schemas.openxmlformats.org/officeDocument/2006/relationships/image" Target="../media/image-46-3.jpg"/><Relationship Id="rId4" Type="http://schemas.openxmlformats.org/officeDocument/2006/relationships/image" Target="../media/image-46-4.jpg"/><Relationship Id="rId5" Type="http://schemas.openxmlformats.org/officeDocument/2006/relationships/image" Target="../media/image-46-5.jpg"/><Relationship Id="rId6" Type="http://schemas.openxmlformats.org/officeDocument/2006/relationships/image" Target="../media/image-46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jpg"/><Relationship Id="rId2" Type="http://schemas.openxmlformats.org/officeDocument/2006/relationships/image" Target="../media/image-47-2.jpg"/><Relationship Id="rId3" Type="http://schemas.openxmlformats.org/officeDocument/2006/relationships/image" Target="../media/image-47-3.jpg"/><Relationship Id="rId4" Type="http://schemas.openxmlformats.org/officeDocument/2006/relationships/image" Target="../media/image-47-4.jpg"/><Relationship Id="rId5" Type="http://schemas.openxmlformats.org/officeDocument/2006/relationships/image" Target="../media/image-47-5.jpg"/><Relationship Id="rId6" Type="http://schemas.openxmlformats.org/officeDocument/2006/relationships/image" Target="../media/image-47-6.jpg"/><Relationship Id="rId7" Type="http://schemas.openxmlformats.org/officeDocument/2006/relationships/image" Target="../media/image-47-7.jpg"/><Relationship Id="rId8" Type="http://schemas.openxmlformats.org/officeDocument/2006/relationships/image" Target="../media/image-47-8.jpg"/><Relationship Id="rId9" Type="http://schemas.openxmlformats.org/officeDocument/2006/relationships/image" Target="../media/image-47-9.jpg"/><Relationship Id="rId10" Type="http://schemas.openxmlformats.org/officeDocument/2006/relationships/image" Target="../media/image-47-10.jpg"/><Relationship Id="rId11" Type="http://schemas.openxmlformats.org/officeDocument/2006/relationships/image" Target="../media/image-47-11.jpg"/><Relationship Id="rId12" Type="http://schemas.openxmlformats.org/officeDocument/2006/relationships/image" Target="../media/image-47-12.jpg"/><Relationship Id="rId13" Type="http://schemas.openxmlformats.org/officeDocument/2006/relationships/image" Target="../media/image-47-13.jpg"/><Relationship Id="rId14" Type="http://schemas.openxmlformats.org/officeDocument/2006/relationships/image" Target="../media/image-47-14.jpg"/><Relationship Id="rId15" Type="http://schemas.openxmlformats.org/officeDocument/2006/relationships/image" Target="../media/image-47-15.jpg"/><Relationship Id="rId16" Type="http://schemas.openxmlformats.org/officeDocument/2006/relationships/image" Target="../media/image-47-16.jpg"/><Relationship Id="rId17" Type="http://schemas.openxmlformats.org/officeDocument/2006/relationships/image" Target="../media/image-47-17.jpg"/><Relationship Id="rId18" Type="http://schemas.openxmlformats.org/officeDocument/2006/relationships/image" Target="../media/image-47-18.jpg"/><Relationship Id="rId19" Type="http://schemas.openxmlformats.org/officeDocument/2006/relationships/image" Target="../media/image-47-19.jpg"/><Relationship Id="rId20" Type="http://schemas.openxmlformats.org/officeDocument/2006/relationships/image" Target="../media/image-47-20.jpg"/><Relationship Id="rId21" Type="http://schemas.openxmlformats.org/officeDocument/2006/relationships/image" Target="../media/image-47-21.jpg"/><Relationship Id="rId22" Type="http://schemas.openxmlformats.org/officeDocument/2006/relationships/image" Target="../media/image-47-22.jpg"/><Relationship Id="rId23" Type="http://schemas.openxmlformats.org/officeDocument/2006/relationships/image" Target="../media/image-47-23.jpg"/><Relationship Id="rId24" Type="http://schemas.openxmlformats.org/officeDocument/2006/relationships/image" Target="../media/image-47-24.jpg"/><Relationship Id="rId25" Type="http://schemas.openxmlformats.org/officeDocument/2006/relationships/image" Target="../media/image-47-25.jpg"/><Relationship Id="rId26" Type="http://schemas.openxmlformats.org/officeDocument/2006/relationships/image" Target="../media/image-47-26.jpg"/><Relationship Id="rId27" Type="http://schemas.openxmlformats.org/officeDocument/2006/relationships/image" Target="../media/image-47-27.jpg"/><Relationship Id="rId28" Type="http://schemas.openxmlformats.org/officeDocument/2006/relationships/image" Target="../media/image-47-28.jpg"/><Relationship Id="rId29" Type="http://schemas.openxmlformats.org/officeDocument/2006/relationships/image" Target="../media/image-47-29.jpg"/><Relationship Id="rId30" Type="http://schemas.openxmlformats.org/officeDocument/2006/relationships/image" Target="../media/image-47-30.jpg"/><Relationship Id="rId31" Type="http://schemas.openxmlformats.org/officeDocument/2006/relationships/image" Target="../media/image-47-31.jpg"/><Relationship Id="rId32" Type="http://schemas.openxmlformats.org/officeDocument/2006/relationships/image" Target="../media/image-47-32.jpg"/><Relationship Id="rId33" Type="http://schemas.openxmlformats.org/officeDocument/2006/relationships/image" Target="../media/image-47-33.jpg"/><Relationship Id="rId34" Type="http://schemas.openxmlformats.org/officeDocument/2006/relationships/image" Target="../media/image-47-34.jpg"/><Relationship Id="rId35" Type="http://schemas.openxmlformats.org/officeDocument/2006/relationships/image" Target="../media/image-47-35.jpg"/><Relationship Id="rId36" Type="http://schemas.openxmlformats.org/officeDocument/2006/relationships/image" Target="../media/image-47-36.jpg"/><Relationship Id="rId37" Type="http://schemas.openxmlformats.org/officeDocument/2006/relationships/image" Target="../media/image-47-37.jpg"/><Relationship Id="rId38" Type="http://schemas.openxmlformats.org/officeDocument/2006/relationships/image" Target="../media/image-47-38.jpg"/><Relationship Id="rId39" Type="http://schemas.openxmlformats.org/officeDocument/2006/relationships/image" Target="../media/image-47-39.jpg"/><Relationship Id="rId40" Type="http://schemas.openxmlformats.org/officeDocument/2006/relationships/image" Target="../media/image-47-40.jpg"/><Relationship Id="rId41" Type="http://schemas.openxmlformats.org/officeDocument/2006/relationships/image" Target="../media/image-47-41.jpg"/><Relationship Id="rId42" Type="http://schemas.openxmlformats.org/officeDocument/2006/relationships/image" Target="../media/image-47-42.jpg"/><Relationship Id="rId43" Type="http://schemas.openxmlformats.org/officeDocument/2006/relationships/image" Target="../media/image-47-43.jpg"/><Relationship Id="rId44" Type="http://schemas.openxmlformats.org/officeDocument/2006/relationships/image" Target="../media/image-47-44.jpg"/><Relationship Id="rId45" Type="http://schemas.openxmlformats.org/officeDocument/2006/relationships/image" Target="../media/image-47-45.jpg"/><Relationship Id="rId46" Type="http://schemas.openxmlformats.org/officeDocument/2006/relationships/image" Target="../media/image-47-46.jpg"/><Relationship Id="rId47" Type="http://schemas.openxmlformats.org/officeDocument/2006/relationships/image" Target="../media/image-47-47.jpg"/><Relationship Id="rId48" Type="http://schemas.openxmlformats.org/officeDocument/2006/relationships/image" Target="../media/image-47-48.jpg"/><Relationship Id="rId49" Type="http://schemas.openxmlformats.org/officeDocument/2006/relationships/image" Target="../media/image-47-49.jpg"/><Relationship Id="rId50" Type="http://schemas.openxmlformats.org/officeDocument/2006/relationships/image" Target="../media/image-47-50.jpg"/><Relationship Id="rId51" Type="http://schemas.openxmlformats.org/officeDocument/2006/relationships/slideLayout" Target="../slideLayouts/slideLayout1.xml"/><Relationship Id="rId5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jpg"/><Relationship Id="rId2" Type="http://schemas.openxmlformats.org/officeDocument/2006/relationships/image" Target="../media/image-48-2.jpg"/><Relationship Id="rId3" Type="http://schemas.openxmlformats.org/officeDocument/2006/relationships/image" Target="../media/image-48-3.jpg"/><Relationship Id="rId4" Type="http://schemas.openxmlformats.org/officeDocument/2006/relationships/image" Target="../media/image-48-4.jpg"/><Relationship Id="rId5" Type="http://schemas.openxmlformats.org/officeDocument/2006/relationships/image" Target="../media/image-48-5.jpg"/><Relationship Id="rId6" Type="http://schemas.openxmlformats.org/officeDocument/2006/relationships/image" Target="../media/image-48-6.jpg"/><Relationship Id="rId7" Type="http://schemas.openxmlformats.org/officeDocument/2006/relationships/image" Target="../media/image-48-7.jpg"/><Relationship Id="rId8" Type="http://schemas.openxmlformats.org/officeDocument/2006/relationships/image" Target="../media/image-48-8.jpg"/><Relationship Id="rId9" Type="http://schemas.openxmlformats.org/officeDocument/2006/relationships/image" Target="../media/image-48-9.jpg"/><Relationship Id="rId10" Type="http://schemas.openxmlformats.org/officeDocument/2006/relationships/image" Target="../media/image-48-10.jpg"/><Relationship Id="rId11" Type="http://schemas.openxmlformats.org/officeDocument/2006/relationships/image" Target="../media/image-48-11.jpg"/><Relationship Id="rId12" Type="http://schemas.openxmlformats.org/officeDocument/2006/relationships/image" Target="../media/image-48-12.jpg"/><Relationship Id="rId13" Type="http://schemas.openxmlformats.org/officeDocument/2006/relationships/image" Target="../media/image-48-13.jpg"/><Relationship Id="rId14" Type="http://schemas.openxmlformats.org/officeDocument/2006/relationships/image" Target="../media/image-48-14.jpg"/><Relationship Id="rId15" Type="http://schemas.openxmlformats.org/officeDocument/2006/relationships/image" Target="../media/image-48-15.jpg"/><Relationship Id="rId16" Type="http://schemas.openxmlformats.org/officeDocument/2006/relationships/image" Target="../media/image-48-16.jpg"/><Relationship Id="rId17" Type="http://schemas.openxmlformats.org/officeDocument/2006/relationships/image" Target="../media/image-48-17.jpg"/><Relationship Id="rId18" Type="http://schemas.openxmlformats.org/officeDocument/2006/relationships/image" Target="../media/image-48-18.jpg"/><Relationship Id="rId19" Type="http://schemas.openxmlformats.org/officeDocument/2006/relationships/image" Target="../media/image-48-19.jpg"/><Relationship Id="rId20" Type="http://schemas.openxmlformats.org/officeDocument/2006/relationships/image" Target="../media/image-48-20.jpg"/><Relationship Id="rId21" Type="http://schemas.openxmlformats.org/officeDocument/2006/relationships/image" Target="../media/image-48-21.jpg"/><Relationship Id="rId22" Type="http://schemas.openxmlformats.org/officeDocument/2006/relationships/image" Target="../media/image-48-22.jpg"/><Relationship Id="rId23" Type="http://schemas.openxmlformats.org/officeDocument/2006/relationships/image" Target="../media/image-48-23.jpg"/><Relationship Id="rId24" Type="http://schemas.openxmlformats.org/officeDocument/2006/relationships/image" Target="../media/image-48-24.jpg"/><Relationship Id="rId25" Type="http://schemas.openxmlformats.org/officeDocument/2006/relationships/image" Target="../media/image-48-25.jpg"/><Relationship Id="rId26" Type="http://schemas.openxmlformats.org/officeDocument/2006/relationships/image" Target="../media/image-48-26.jpg"/><Relationship Id="rId27" Type="http://schemas.openxmlformats.org/officeDocument/2006/relationships/image" Target="../media/image-48-27.jpg"/><Relationship Id="rId28" Type="http://schemas.openxmlformats.org/officeDocument/2006/relationships/image" Target="../media/image-48-28.jpg"/><Relationship Id="rId29" Type="http://schemas.openxmlformats.org/officeDocument/2006/relationships/image" Target="../media/image-48-29.jpg"/><Relationship Id="rId30" Type="http://schemas.openxmlformats.org/officeDocument/2006/relationships/image" Target="../media/image-48-30.jpg"/><Relationship Id="rId31" Type="http://schemas.openxmlformats.org/officeDocument/2006/relationships/image" Target="../media/image-48-31.jpg"/><Relationship Id="rId32" Type="http://schemas.openxmlformats.org/officeDocument/2006/relationships/image" Target="../media/image-48-32.jpg"/><Relationship Id="rId33" Type="http://schemas.openxmlformats.org/officeDocument/2006/relationships/image" Target="../media/image-48-33.jpg"/><Relationship Id="rId34" Type="http://schemas.openxmlformats.org/officeDocument/2006/relationships/image" Target="../media/image-48-34.jpg"/><Relationship Id="rId35" Type="http://schemas.openxmlformats.org/officeDocument/2006/relationships/image" Target="../media/image-48-35.jpg"/><Relationship Id="rId36" Type="http://schemas.openxmlformats.org/officeDocument/2006/relationships/image" Target="../media/image-48-36.jpg"/><Relationship Id="rId37" Type="http://schemas.openxmlformats.org/officeDocument/2006/relationships/image" Target="../media/image-48-37.jpg"/><Relationship Id="rId38" Type="http://schemas.openxmlformats.org/officeDocument/2006/relationships/image" Target="../media/image-48-38.jpg"/><Relationship Id="rId39" Type="http://schemas.openxmlformats.org/officeDocument/2006/relationships/image" Target="../media/image-48-39.jpg"/><Relationship Id="rId40" Type="http://schemas.openxmlformats.org/officeDocument/2006/relationships/image" Target="../media/image-48-40.jpg"/><Relationship Id="rId41" Type="http://schemas.openxmlformats.org/officeDocument/2006/relationships/image" Target="../media/image-48-41.jpg"/><Relationship Id="rId42" Type="http://schemas.openxmlformats.org/officeDocument/2006/relationships/image" Target="../media/image-48-42.jpg"/><Relationship Id="rId43" Type="http://schemas.openxmlformats.org/officeDocument/2006/relationships/image" Target="../media/image-48-43.jpg"/><Relationship Id="rId44" Type="http://schemas.openxmlformats.org/officeDocument/2006/relationships/image" Target="../media/image-48-44.jpg"/><Relationship Id="rId45" Type="http://schemas.openxmlformats.org/officeDocument/2006/relationships/image" Target="../media/image-48-45.jpg"/><Relationship Id="rId46" Type="http://schemas.openxmlformats.org/officeDocument/2006/relationships/image" Target="../media/image-48-46.jpg"/><Relationship Id="rId47" Type="http://schemas.openxmlformats.org/officeDocument/2006/relationships/image" Target="../media/image-48-47.jpg"/><Relationship Id="rId48" Type="http://schemas.openxmlformats.org/officeDocument/2006/relationships/image" Target="../media/image-48-48.jpg"/><Relationship Id="rId49" Type="http://schemas.openxmlformats.org/officeDocument/2006/relationships/image" Target="../media/image-48-49.jpg"/><Relationship Id="rId50" Type="http://schemas.openxmlformats.org/officeDocument/2006/relationships/image" Target="../media/image-48-50.jpg"/><Relationship Id="rId51" Type="http://schemas.openxmlformats.org/officeDocument/2006/relationships/slideLayout" Target="../slideLayouts/slideLayout1.xml"/><Relationship Id="rId5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jpg"/><Relationship Id="rId2" Type="http://schemas.openxmlformats.org/officeDocument/2006/relationships/image" Target="../media/image-49-2.jpg"/><Relationship Id="rId3" Type="http://schemas.openxmlformats.org/officeDocument/2006/relationships/image" Target="../media/image-49-3.jpg"/><Relationship Id="rId4" Type="http://schemas.openxmlformats.org/officeDocument/2006/relationships/image" Target="../media/image-49-4.jpg"/><Relationship Id="rId5" Type="http://schemas.openxmlformats.org/officeDocument/2006/relationships/image" Target="../media/image-49-5.jpg"/><Relationship Id="rId6" Type="http://schemas.openxmlformats.org/officeDocument/2006/relationships/image" Target="../media/image-49-6.jpg"/><Relationship Id="rId7" Type="http://schemas.openxmlformats.org/officeDocument/2006/relationships/image" Target="../media/image-49-7.jpg"/><Relationship Id="rId8" Type="http://schemas.openxmlformats.org/officeDocument/2006/relationships/image" Target="../media/image-49-8.jpg"/><Relationship Id="rId9" Type="http://schemas.openxmlformats.org/officeDocument/2006/relationships/image" Target="../media/image-49-9.jpg"/><Relationship Id="rId10" Type="http://schemas.openxmlformats.org/officeDocument/2006/relationships/image" Target="../media/image-49-10.jp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jpg"/><Relationship Id="rId2" Type="http://schemas.openxmlformats.org/officeDocument/2006/relationships/image" Target="../media/image-50-2.jpg"/><Relationship Id="rId3" Type="http://schemas.openxmlformats.org/officeDocument/2006/relationships/image" Target="../media/image-50-3.jpg"/><Relationship Id="rId4" Type="http://schemas.openxmlformats.org/officeDocument/2006/relationships/image" Target="../media/image-50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jpg"/><Relationship Id="rId2" Type="http://schemas.openxmlformats.org/officeDocument/2006/relationships/image" Target="../media/image-51-2.jpg"/><Relationship Id="rId3" Type="http://schemas.openxmlformats.org/officeDocument/2006/relationships/image" Target="../media/image-51-3.jpg"/><Relationship Id="rId4" Type="http://schemas.openxmlformats.org/officeDocument/2006/relationships/image" Target="../media/image-51-4.jpg"/><Relationship Id="rId5" Type="http://schemas.openxmlformats.org/officeDocument/2006/relationships/image" Target="../media/image-51-5.jpg"/><Relationship Id="rId6" Type="http://schemas.openxmlformats.org/officeDocument/2006/relationships/image" Target="../media/image-51-6.jpg"/><Relationship Id="rId7" Type="http://schemas.openxmlformats.org/officeDocument/2006/relationships/image" Target="../media/image-51-7.jpg"/><Relationship Id="rId8" Type="http://schemas.openxmlformats.org/officeDocument/2006/relationships/image" Target="../media/image-51-8.jpg"/><Relationship Id="rId9" Type="http://schemas.openxmlformats.org/officeDocument/2006/relationships/image" Target="../media/image-51-9.jpg"/><Relationship Id="rId10" Type="http://schemas.openxmlformats.org/officeDocument/2006/relationships/image" Target="../media/image-51-10.jp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jpg"/><Relationship Id="rId2" Type="http://schemas.openxmlformats.org/officeDocument/2006/relationships/image" Target="../media/image-52-2.jpg"/><Relationship Id="rId3" Type="http://schemas.openxmlformats.org/officeDocument/2006/relationships/image" Target="../media/image-52-3.jpg"/><Relationship Id="rId4" Type="http://schemas.openxmlformats.org/officeDocument/2006/relationships/image" Target="../media/image-52-4.jpg"/><Relationship Id="rId5" Type="http://schemas.openxmlformats.org/officeDocument/2006/relationships/image" Target="../media/image-52-5.jpg"/><Relationship Id="rId6" Type="http://schemas.openxmlformats.org/officeDocument/2006/relationships/image" Target="../media/image-52-6.jpg"/><Relationship Id="rId7" Type="http://schemas.openxmlformats.org/officeDocument/2006/relationships/image" Target="../media/image-52-7.jpg"/><Relationship Id="rId8" Type="http://schemas.openxmlformats.org/officeDocument/2006/relationships/image" Target="../media/image-52-8.jpg"/><Relationship Id="rId9" Type="http://schemas.openxmlformats.org/officeDocument/2006/relationships/image" Target="../media/image-52-9.jp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jpg"/><Relationship Id="rId2" Type="http://schemas.openxmlformats.org/officeDocument/2006/relationships/image" Target="../media/image-53-2.jpg"/><Relationship Id="rId3" Type="http://schemas.openxmlformats.org/officeDocument/2006/relationships/image" Target="../media/image-53-3.jpg"/><Relationship Id="rId4" Type="http://schemas.openxmlformats.org/officeDocument/2006/relationships/image" Target="../media/image-53-4.jpg"/><Relationship Id="rId5" Type="http://schemas.openxmlformats.org/officeDocument/2006/relationships/image" Target="../media/image-53-5.jpg"/><Relationship Id="rId6" Type="http://schemas.openxmlformats.org/officeDocument/2006/relationships/image" Target="../media/image-53-6.jpg"/><Relationship Id="rId7" Type="http://schemas.openxmlformats.org/officeDocument/2006/relationships/image" Target="../media/image-53-7.jpg"/><Relationship Id="rId8" Type="http://schemas.openxmlformats.org/officeDocument/2006/relationships/image" Target="../media/image-53-8.jpg"/><Relationship Id="rId9" Type="http://schemas.openxmlformats.org/officeDocument/2006/relationships/image" Target="../media/image-53-9.jp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jpg"/><Relationship Id="rId2" Type="http://schemas.openxmlformats.org/officeDocument/2006/relationships/image" Target="../media/image-54-2.jpg"/><Relationship Id="rId3" Type="http://schemas.openxmlformats.org/officeDocument/2006/relationships/image" Target="../media/image-54-3.jpg"/><Relationship Id="rId4" Type="http://schemas.openxmlformats.org/officeDocument/2006/relationships/image" Target="../media/image-54-4.jpg"/><Relationship Id="rId5" Type="http://schemas.openxmlformats.org/officeDocument/2006/relationships/image" Target="../media/image-54-5.jpg"/><Relationship Id="rId6" Type="http://schemas.openxmlformats.org/officeDocument/2006/relationships/image" Target="../media/image-54-6.jpg"/><Relationship Id="rId7" Type="http://schemas.openxmlformats.org/officeDocument/2006/relationships/image" Target="../media/image-54-7.jp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jpg"/><Relationship Id="rId2" Type="http://schemas.openxmlformats.org/officeDocument/2006/relationships/image" Target="../media/image-56-2.jpg"/><Relationship Id="rId3" Type="http://schemas.openxmlformats.org/officeDocument/2006/relationships/image" Target="../media/image-56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jpg"/><Relationship Id="rId2" Type="http://schemas.openxmlformats.org/officeDocument/2006/relationships/image" Target="../media/image-5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jpg"/><Relationship Id="rId2" Type="http://schemas.openxmlformats.org/officeDocument/2006/relationships/image" Target="../media/image-5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jpg"/><Relationship Id="rId2" Type="http://schemas.openxmlformats.org/officeDocument/2006/relationships/image" Target="../media/image-59-2.jpg"/><Relationship Id="rId3" Type="http://schemas.openxmlformats.org/officeDocument/2006/relationships/image" Target="../media/image-59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jpg"/><Relationship Id="rId2" Type="http://schemas.openxmlformats.org/officeDocument/2006/relationships/image" Target="../media/image-60-2.jpg"/><Relationship Id="rId3" Type="http://schemas.openxmlformats.org/officeDocument/2006/relationships/image" Target="../media/image-60-3.jpg"/><Relationship Id="rId4" Type="http://schemas.openxmlformats.org/officeDocument/2006/relationships/image" Target="../media/image-60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jpg"/><Relationship Id="rId2" Type="http://schemas.openxmlformats.org/officeDocument/2006/relationships/image" Target="../media/image-61-2.jpg"/><Relationship Id="rId3" Type="http://schemas.openxmlformats.org/officeDocument/2006/relationships/image" Target="../media/image-61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jpg"/><Relationship Id="rId2" Type="http://schemas.openxmlformats.org/officeDocument/2006/relationships/image" Target="../media/image-62-2.jpg"/><Relationship Id="rId3" Type="http://schemas.openxmlformats.org/officeDocument/2006/relationships/image" Target="../media/image-62-3.jpg"/><Relationship Id="rId4" Type="http://schemas.openxmlformats.org/officeDocument/2006/relationships/image" Target="../media/image-62-4.jpg"/><Relationship Id="rId5" Type="http://schemas.openxmlformats.org/officeDocument/2006/relationships/image" Target="../media/image-62-5.jpg"/><Relationship Id="rId6" Type="http://schemas.openxmlformats.org/officeDocument/2006/relationships/image" Target="../media/image-62-6.jpg"/><Relationship Id="rId7" Type="http://schemas.openxmlformats.org/officeDocument/2006/relationships/image" Target="../media/image-62-7.jpg"/><Relationship Id="rId8" Type="http://schemas.openxmlformats.org/officeDocument/2006/relationships/image" Target="../media/image-62-8.jpg"/><Relationship Id="rId9" Type="http://schemas.openxmlformats.org/officeDocument/2006/relationships/image" Target="../media/image-62-9.jp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jpg"/><Relationship Id="rId2" Type="http://schemas.openxmlformats.org/officeDocument/2006/relationships/image" Target="../media/image-63-2.jpg"/><Relationship Id="rId3" Type="http://schemas.openxmlformats.org/officeDocument/2006/relationships/image" Target="../media/image-63-3.jpg"/><Relationship Id="rId4" Type="http://schemas.openxmlformats.org/officeDocument/2006/relationships/image" Target="../media/image-63-4.jpg"/><Relationship Id="rId5" Type="http://schemas.openxmlformats.org/officeDocument/2006/relationships/image" Target="../media/image-63-5.jpg"/><Relationship Id="rId6" Type="http://schemas.openxmlformats.org/officeDocument/2006/relationships/image" Target="../media/image-63-6.jpg"/><Relationship Id="rId7" Type="http://schemas.openxmlformats.org/officeDocument/2006/relationships/image" Target="../media/image-63-7.jpg"/><Relationship Id="rId8" Type="http://schemas.openxmlformats.org/officeDocument/2006/relationships/image" Target="../media/image-63-8.jpg"/><Relationship Id="rId9" Type="http://schemas.openxmlformats.org/officeDocument/2006/relationships/image" Target="../media/image-63-9.jpg"/><Relationship Id="rId10" Type="http://schemas.openxmlformats.org/officeDocument/2006/relationships/image" Target="../media/image-63-10.jp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jpg"/><Relationship Id="rId2" Type="http://schemas.openxmlformats.org/officeDocument/2006/relationships/image" Target="../media/image-64-2.jpg"/><Relationship Id="rId3" Type="http://schemas.openxmlformats.org/officeDocument/2006/relationships/image" Target="../media/image-64-3.jpg"/><Relationship Id="rId4" Type="http://schemas.openxmlformats.org/officeDocument/2006/relationships/image" Target="../media/image-64-4.jpg"/><Relationship Id="rId5" Type="http://schemas.openxmlformats.org/officeDocument/2006/relationships/image" Target="../media/image-64-5.jpg"/><Relationship Id="rId6" Type="http://schemas.openxmlformats.org/officeDocument/2006/relationships/image" Target="../media/image-64-6.jpg"/><Relationship Id="rId7" Type="http://schemas.openxmlformats.org/officeDocument/2006/relationships/image" Target="../media/image-64-7.jpg"/><Relationship Id="rId8" Type="http://schemas.openxmlformats.org/officeDocument/2006/relationships/image" Target="../media/image-64-8.jpg"/><Relationship Id="rId9" Type="http://schemas.openxmlformats.org/officeDocument/2006/relationships/image" Target="../media/image-64-9.jpg"/><Relationship Id="rId10" Type="http://schemas.openxmlformats.org/officeDocument/2006/relationships/image" Target="../media/image-64-10.jp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jpg"/><Relationship Id="rId2" Type="http://schemas.openxmlformats.org/officeDocument/2006/relationships/image" Target="../media/image-65-2.jpg"/><Relationship Id="rId3" Type="http://schemas.openxmlformats.org/officeDocument/2006/relationships/image" Target="../media/image-65-3.jpg"/><Relationship Id="rId4" Type="http://schemas.openxmlformats.org/officeDocument/2006/relationships/image" Target="../media/image-65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jpg"/><Relationship Id="rId2" Type="http://schemas.openxmlformats.org/officeDocument/2006/relationships/image" Target="../media/image-66-2.jpg"/><Relationship Id="rId3" Type="http://schemas.openxmlformats.org/officeDocument/2006/relationships/image" Target="../media/image-66-3.jpg"/><Relationship Id="rId4" Type="http://schemas.openxmlformats.org/officeDocument/2006/relationships/image" Target="../media/image-66-4.jpg"/><Relationship Id="rId5" Type="http://schemas.openxmlformats.org/officeDocument/2006/relationships/image" Target="../media/image-66-5.jpg"/><Relationship Id="rId6" Type="http://schemas.openxmlformats.org/officeDocument/2006/relationships/image" Target="../media/image-66-6.jpg"/><Relationship Id="rId7" Type="http://schemas.openxmlformats.org/officeDocument/2006/relationships/image" Target="../media/image-66-7.jpg"/><Relationship Id="rId8" Type="http://schemas.openxmlformats.org/officeDocument/2006/relationships/image" Target="../media/image-66-8.jpg"/><Relationship Id="rId9" Type="http://schemas.openxmlformats.org/officeDocument/2006/relationships/image" Target="../media/image-66-9.jpg"/><Relationship Id="rId10" Type="http://schemas.openxmlformats.org/officeDocument/2006/relationships/image" Target="../media/image-66-10.jpg"/><Relationship Id="rId11" Type="http://schemas.openxmlformats.org/officeDocument/2006/relationships/image" Target="../media/image-66-11.jpg"/><Relationship Id="rId12" Type="http://schemas.openxmlformats.org/officeDocument/2006/relationships/image" Target="../media/image-66-12.jpg"/><Relationship Id="rId13" Type="http://schemas.openxmlformats.org/officeDocument/2006/relationships/image" Target="../media/image-66-13.jpg"/><Relationship Id="rId14" Type="http://schemas.openxmlformats.org/officeDocument/2006/relationships/image" Target="../media/image-66-14.jpg"/><Relationship Id="rId15" Type="http://schemas.openxmlformats.org/officeDocument/2006/relationships/image" Target="../media/image-66-15.jpg"/><Relationship Id="rId16" Type="http://schemas.openxmlformats.org/officeDocument/2006/relationships/image" Target="../media/image-66-16.jpg"/><Relationship Id="rId17" Type="http://schemas.openxmlformats.org/officeDocument/2006/relationships/image" Target="../media/image-66-17.jpg"/><Relationship Id="rId18" Type="http://schemas.openxmlformats.org/officeDocument/2006/relationships/image" Target="../media/image-66-18.jpg"/><Relationship Id="rId19" Type="http://schemas.openxmlformats.org/officeDocument/2006/relationships/image" Target="../media/image-66-19.jpg"/><Relationship Id="rId20" Type="http://schemas.openxmlformats.org/officeDocument/2006/relationships/image" Target="../media/image-66-20.jpg"/><Relationship Id="rId21" Type="http://schemas.openxmlformats.org/officeDocument/2006/relationships/image" Target="../media/image-66-21.jpg"/><Relationship Id="rId22" Type="http://schemas.openxmlformats.org/officeDocument/2006/relationships/image" Target="../media/image-66-22.jpg"/><Relationship Id="rId23" Type="http://schemas.openxmlformats.org/officeDocument/2006/relationships/image" Target="../media/image-66-23.jpg"/><Relationship Id="rId24" Type="http://schemas.openxmlformats.org/officeDocument/2006/relationships/image" Target="../media/image-66-24.jpg"/><Relationship Id="rId25" Type="http://schemas.openxmlformats.org/officeDocument/2006/relationships/image" Target="../media/image-66-25.jpg"/><Relationship Id="rId26" Type="http://schemas.openxmlformats.org/officeDocument/2006/relationships/image" Target="../media/image-66-26.jpg"/><Relationship Id="rId27" Type="http://schemas.openxmlformats.org/officeDocument/2006/relationships/image" Target="../media/image-66-27.jpg"/><Relationship Id="rId28" Type="http://schemas.openxmlformats.org/officeDocument/2006/relationships/image" Target="../media/image-66-28.jpg"/><Relationship Id="rId29" Type="http://schemas.openxmlformats.org/officeDocument/2006/relationships/image" Target="../media/image-66-29.jpg"/><Relationship Id="rId30" Type="http://schemas.openxmlformats.org/officeDocument/2006/relationships/image" Target="../media/image-66-30.jpg"/><Relationship Id="rId31" Type="http://schemas.openxmlformats.org/officeDocument/2006/relationships/image" Target="../media/image-66-31.jpg"/><Relationship Id="rId32" Type="http://schemas.openxmlformats.org/officeDocument/2006/relationships/image" Target="../media/image-66-32.jpg"/><Relationship Id="rId33" Type="http://schemas.openxmlformats.org/officeDocument/2006/relationships/image" Target="../media/image-66-33.jpg"/><Relationship Id="rId34" Type="http://schemas.openxmlformats.org/officeDocument/2006/relationships/image" Target="../media/image-66-34.jpg"/><Relationship Id="rId35" Type="http://schemas.openxmlformats.org/officeDocument/2006/relationships/image" Target="../media/image-66-35.jpg"/><Relationship Id="rId36" Type="http://schemas.openxmlformats.org/officeDocument/2006/relationships/image" Target="../media/image-66-36.jpg"/><Relationship Id="rId37" Type="http://schemas.openxmlformats.org/officeDocument/2006/relationships/image" Target="../media/image-66-37.jpg"/><Relationship Id="rId38" Type="http://schemas.openxmlformats.org/officeDocument/2006/relationships/image" Target="../media/image-66-38.jpg"/><Relationship Id="rId39" Type="http://schemas.openxmlformats.org/officeDocument/2006/relationships/image" Target="../media/image-66-39.jpg"/><Relationship Id="rId40" Type="http://schemas.openxmlformats.org/officeDocument/2006/relationships/image" Target="../media/image-66-40.jpg"/><Relationship Id="rId41" Type="http://schemas.openxmlformats.org/officeDocument/2006/relationships/image" Target="../media/image-66-41.jpg"/><Relationship Id="rId42" Type="http://schemas.openxmlformats.org/officeDocument/2006/relationships/image" Target="../media/image-66-42.jpg"/><Relationship Id="rId43" Type="http://schemas.openxmlformats.org/officeDocument/2006/relationships/image" Target="../media/image-66-43.jpg"/><Relationship Id="rId44" Type="http://schemas.openxmlformats.org/officeDocument/2006/relationships/image" Target="../media/image-66-44.jpg"/><Relationship Id="rId45" Type="http://schemas.openxmlformats.org/officeDocument/2006/relationships/image" Target="../media/image-66-45.jpg"/><Relationship Id="rId46" Type="http://schemas.openxmlformats.org/officeDocument/2006/relationships/image" Target="../media/image-66-46.jpg"/><Relationship Id="rId47" Type="http://schemas.openxmlformats.org/officeDocument/2006/relationships/image" Target="../media/image-66-47.jpg"/><Relationship Id="rId48" Type="http://schemas.openxmlformats.org/officeDocument/2006/relationships/image" Target="../media/image-66-48.jpg"/><Relationship Id="rId49" Type="http://schemas.openxmlformats.org/officeDocument/2006/relationships/image" Target="../media/image-66-49.jpg"/><Relationship Id="rId50" Type="http://schemas.openxmlformats.org/officeDocument/2006/relationships/image" Target="../media/image-66-50.jpg"/><Relationship Id="rId51" Type="http://schemas.openxmlformats.org/officeDocument/2006/relationships/slideLayout" Target="../slideLayouts/slideLayout1.xml"/><Relationship Id="rId5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shirt_thumbs/t_0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8472" y="0"/>
            <a:ext cx="1920240" cy="2286000"/>
          </a:xfrm>
          <a:prstGeom prst="rect">
            <a:avLst/>
          </a:prstGeom>
        </p:spPr>
      </p:pic>
      <p:pic>
        <p:nvPicPr>
          <p:cNvPr id="3" name="Image 1" descr="tshirt_thumbs/t_014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8712" y="0"/>
            <a:ext cx="1920240" cy="2286000"/>
          </a:xfrm>
          <a:prstGeom prst="rect">
            <a:avLst/>
          </a:prstGeom>
        </p:spPr>
      </p:pic>
      <p:pic>
        <p:nvPicPr>
          <p:cNvPr id="4" name="Image 2" descr="tshirt_thumbs/t_048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8472" y="2286000"/>
            <a:ext cx="1920240" cy="2286000"/>
          </a:xfrm>
          <a:prstGeom prst="rect">
            <a:avLst/>
          </a:prstGeom>
        </p:spPr>
      </p:pic>
      <p:pic>
        <p:nvPicPr>
          <p:cNvPr id="5" name="Image 3" descr="tshirt_thumbs/t_029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8712" y="2286000"/>
            <a:ext cx="1920240" cy="2286000"/>
          </a:xfrm>
          <a:prstGeom prst="rect">
            <a:avLst/>
          </a:prstGeom>
        </p:spPr>
      </p:pic>
      <p:pic>
        <p:nvPicPr>
          <p:cNvPr id="6" name="Image 4" descr="tshirt_thumbs/t_002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8472" y="4572000"/>
            <a:ext cx="1920240" cy="2286000"/>
          </a:xfrm>
          <a:prstGeom prst="rect">
            <a:avLst/>
          </a:prstGeom>
        </p:spPr>
      </p:pic>
      <p:pic>
        <p:nvPicPr>
          <p:cNvPr id="7" name="Image 5" descr="tshirt_thumbs/t_008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8712" y="4572000"/>
            <a:ext cx="1920240" cy="2286000"/>
          </a:xfrm>
          <a:prstGeom prst="rect">
            <a:avLst/>
          </a:prstGeom>
        </p:spPr>
      </p:pic>
      <p:sp>
        <p:nvSpPr>
          <p:cNvPr id="8" name="Shape 0"/>
          <p:cNvSpPr/>
          <p:nvPr/>
        </p:nvSpPr>
        <p:spPr>
          <a:xfrm>
            <a:off x="8348472" y="0"/>
            <a:ext cx="3840480" cy="6858000"/>
          </a:xfrm>
          <a:prstGeom prst="rect">
            <a:avLst/>
          </a:prstGeom>
          <a:solidFill>
            <a:srgbClr val="141210">
              <a:alpha val="50000"/>
            </a:srgbClr>
          </a:solidFill>
          <a:ln/>
        </p:spPr>
      </p:sp>
      <p:sp>
        <p:nvSpPr>
          <p:cNvPr id="9" name="Text 1"/>
          <p:cNvSpPr/>
          <p:nvPr/>
        </p:nvSpPr>
        <p:spPr>
          <a:xfrm>
            <a:off x="640080" y="1371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ZOZOTOWN · WOMEN T-SHIRT TOP 50</a:t>
            </a:r>
            <a:endParaRPr lang="en-US" sz="1200" dirty="0"/>
          </a:p>
        </p:txBody>
      </p:sp>
      <p:sp>
        <p:nvSpPr>
          <p:cNvPr id="10" name="Text 2"/>
          <p:cNvSpPr/>
          <p:nvPr/>
        </p:nvSpPr>
        <p:spPr>
          <a:xfrm>
            <a:off x="640080" y="1783080"/>
            <a:ext cx="7589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여성 티셔츠/컷소</a:t>
            </a:r>
            <a:endParaRPr lang="en-US" sz="38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인기 랭킹 50 · 사진 그룹핑</a:t>
            </a:r>
            <a:endParaRPr lang="en-US" sz="3800" dirty="0"/>
          </a:p>
        </p:txBody>
      </p:sp>
      <p:sp>
        <p:nvSpPr>
          <p:cNvPr id="11" name="Text 3"/>
          <p:cNvSpPr/>
          <p:nvPr/>
        </p:nvSpPr>
        <p:spPr>
          <a:xfrm>
            <a:off x="658368" y="3794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2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세대 · 50개 상품을 가격·프린트·유형·브랜드 관점으로 그룹핑</a:t>
            </a:r>
            <a:endParaRPr lang="en-US" sz="1300" dirty="0"/>
          </a:p>
        </p:txBody>
      </p:sp>
      <p:sp>
        <p:nvSpPr>
          <p:cNvPr id="12" name="Text 4"/>
          <p:cNvSpPr/>
          <p:nvPr/>
        </p:nvSpPr>
        <p:spPr>
          <a:xfrm>
            <a:off x="658368" y="5440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5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2026.08.12 · zozo.jp 여성 티셔츠 실시간 판매 랭킹 Top 50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RANKING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 50 전체 그리드 (판매순)</a:t>
            </a:r>
            <a:endParaRPr lang="en-US" sz="2600" dirty="0"/>
          </a:p>
        </p:txBody>
      </p:sp>
      <p:pic>
        <p:nvPicPr>
          <p:cNvPr id="4" name="Image 0" descr="tshirt_thumbs/t_0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8672" y="1371600"/>
            <a:ext cx="901598" cy="90159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258672" y="1371600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258672" y="1367942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  <p:pic>
        <p:nvPicPr>
          <p:cNvPr id="7" name="Image 1" descr="tshirt_thumbs/t_00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3422" y="1371600"/>
            <a:ext cx="901598" cy="90159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233422" y="1371600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9" name="Text 5"/>
          <p:cNvSpPr/>
          <p:nvPr/>
        </p:nvSpPr>
        <p:spPr>
          <a:xfrm>
            <a:off x="2233422" y="1367942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pic>
        <p:nvPicPr>
          <p:cNvPr id="10" name="Image 2" descr="tshirt_thumbs/t_00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8172" y="1371600"/>
            <a:ext cx="901598" cy="90159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3208172" y="1371600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12" name="Text 7"/>
          <p:cNvSpPr/>
          <p:nvPr/>
        </p:nvSpPr>
        <p:spPr>
          <a:xfrm>
            <a:off x="3208172" y="1367942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  <p:pic>
        <p:nvPicPr>
          <p:cNvPr id="13" name="Image 3" descr="tshirt_thumbs/t_004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2923" y="1371600"/>
            <a:ext cx="901598" cy="901598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182923" y="1371600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15" name="Text 9"/>
          <p:cNvSpPr/>
          <p:nvPr/>
        </p:nvSpPr>
        <p:spPr>
          <a:xfrm>
            <a:off x="4182923" y="1367942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  <p:pic>
        <p:nvPicPr>
          <p:cNvPr id="16" name="Image 4" descr="tshirt_thumbs/t_005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7673" y="1371600"/>
            <a:ext cx="901598" cy="901598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5157673" y="1371600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18" name="Text 11"/>
          <p:cNvSpPr/>
          <p:nvPr/>
        </p:nvSpPr>
        <p:spPr>
          <a:xfrm>
            <a:off x="5157673" y="1367942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  <p:pic>
        <p:nvPicPr>
          <p:cNvPr id="19" name="Image 5" descr="tshirt_thumbs/t_006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2424" y="1371600"/>
            <a:ext cx="901598" cy="901598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6132424" y="1371600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21" name="Text 13"/>
          <p:cNvSpPr/>
          <p:nvPr/>
        </p:nvSpPr>
        <p:spPr>
          <a:xfrm>
            <a:off x="6132424" y="1367942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  <p:pic>
        <p:nvPicPr>
          <p:cNvPr id="22" name="Image 6" descr="tshirt_thumbs/t_007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7174" y="1371600"/>
            <a:ext cx="901598" cy="901598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7107174" y="1371600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24" name="Text 15"/>
          <p:cNvSpPr/>
          <p:nvPr/>
        </p:nvSpPr>
        <p:spPr>
          <a:xfrm>
            <a:off x="7107174" y="1367942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  <p:pic>
        <p:nvPicPr>
          <p:cNvPr id="25" name="Image 7" descr="tshirt_thumbs/t_008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1924" y="1371600"/>
            <a:ext cx="901598" cy="901598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081924" y="1371600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27" name="Text 17"/>
          <p:cNvSpPr/>
          <p:nvPr/>
        </p:nvSpPr>
        <p:spPr>
          <a:xfrm>
            <a:off x="8081924" y="1367942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  <p:pic>
        <p:nvPicPr>
          <p:cNvPr id="28" name="Image 8" descr="tshirt_thumbs/t_009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56675" y="1371600"/>
            <a:ext cx="901598" cy="901598"/>
          </a:xfrm>
          <a:prstGeom prst="rect">
            <a:avLst/>
          </a:prstGeom>
        </p:spPr>
      </p:pic>
      <p:sp>
        <p:nvSpPr>
          <p:cNvPr id="29" name="Shape 18"/>
          <p:cNvSpPr/>
          <p:nvPr/>
        </p:nvSpPr>
        <p:spPr>
          <a:xfrm>
            <a:off x="9056675" y="1371600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30" name="Text 19"/>
          <p:cNvSpPr/>
          <p:nvPr/>
        </p:nvSpPr>
        <p:spPr>
          <a:xfrm>
            <a:off x="9056675" y="1367942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  <p:pic>
        <p:nvPicPr>
          <p:cNvPr id="31" name="Image 9" descr="tshirt_thumbs/t_010.jp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31425" y="1371600"/>
            <a:ext cx="901598" cy="901598"/>
          </a:xfrm>
          <a:prstGeom prst="rect">
            <a:avLst/>
          </a:prstGeom>
        </p:spPr>
      </p:pic>
      <p:sp>
        <p:nvSpPr>
          <p:cNvPr id="32" name="Shape 20"/>
          <p:cNvSpPr/>
          <p:nvPr/>
        </p:nvSpPr>
        <p:spPr>
          <a:xfrm>
            <a:off x="10031425" y="1371600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33" name="Text 21"/>
          <p:cNvSpPr/>
          <p:nvPr/>
        </p:nvSpPr>
        <p:spPr>
          <a:xfrm>
            <a:off x="10031425" y="1367942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  <p:pic>
        <p:nvPicPr>
          <p:cNvPr id="34" name="Image 10" descr="tshirt_thumbs/t_011.jp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58672" y="2346350"/>
            <a:ext cx="901598" cy="901598"/>
          </a:xfrm>
          <a:prstGeom prst="rect">
            <a:avLst/>
          </a:prstGeom>
        </p:spPr>
      </p:pic>
      <p:sp>
        <p:nvSpPr>
          <p:cNvPr id="35" name="Shape 22"/>
          <p:cNvSpPr/>
          <p:nvPr/>
        </p:nvSpPr>
        <p:spPr>
          <a:xfrm>
            <a:off x="1258672" y="2346350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36" name="Text 23"/>
          <p:cNvSpPr/>
          <p:nvPr/>
        </p:nvSpPr>
        <p:spPr>
          <a:xfrm>
            <a:off x="1258672" y="2342693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  <p:pic>
        <p:nvPicPr>
          <p:cNvPr id="37" name="Image 11" descr="tshirt_thumbs/t_012.jp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33422" y="2346350"/>
            <a:ext cx="901598" cy="901598"/>
          </a:xfrm>
          <a:prstGeom prst="rect">
            <a:avLst/>
          </a:prstGeom>
        </p:spPr>
      </p:pic>
      <p:sp>
        <p:nvSpPr>
          <p:cNvPr id="38" name="Shape 24"/>
          <p:cNvSpPr/>
          <p:nvPr/>
        </p:nvSpPr>
        <p:spPr>
          <a:xfrm>
            <a:off x="2233422" y="2346350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39" name="Text 25"/>
          <p:cNvSpPr/>
          <p:nvPr/>
        </p:nvSpPr>
        <p:spPr>
          <a:xfrm>
            <a:off x="2233422" y="2342693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  <p:pic>
        <p:nvPicPr>
          <p:cNvPr id="40" name="Image 12" descr="tshirt_thumbs/t_013.jp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08172" y="2346350"/>
            <a:ext cx="901598" cy="901598"/>
          </a:xfrm>
          <a:prstGeom prst="rect">
            <a:avLst/>
          </a:prstGeom>
        </p:spPr>
      </p:pic>
      <p:sp>
        <p:nvSpPr>
          <p:cNvPr id="41" name="Shape 26"/>
          <p:cNvSpPr/>
          <p:nvPr/>
        </p:nvSpPr>
        <p:spPr>
          <a:xfrm>
            <a:off x="3208172" y="2346350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42" name="Text 27"/>
          <p:cNvSpPr/>
          <p:nvPr/>
        </p:nvSpPr>
        <p:spPr>
          <a:xfrm>
            <a:off x="3208172" y="2342693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  <p:pic>
        <p:nvPicPr>
          <p:cNvPr id="43" name="Image 13" descr="tshirt_thumbs/t_014.jp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82923" y="2346350"/>
            <a:ext cx="901598" cy="901598"/>
          </a:xfrm>
          <a:prstGeom prst="rect">
            <a:avLst/>
          </a:prstGeom>
        </p:spPr>
      </p:pic>
      <p:sp>
        <p:nvSpPr>
          <p:cNvPr id="44" name="Shape 28"/>
          <p:cNvSpPr/>
          <p:nvPr/>
        </p:nvSpPr>
        <p:spPr>
          <a:xfrm>
            <a:off x="4182923" y="2346350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45" name="Text 29"/>
          <p:cNvSpPr/>
          <p:nvPr/>
        </p:nvSpPr>
        <p:spPr>
          <a:xfrm>
            <a:off x="4182923" y="2342693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00" dirty="0"/>
          </a:p>
        </p:txBody>
      </p:sp>
      <p:pic>
        <p:nvPicPr>
          <p:cNvPr id="46" name="Image 14" descr="tshirt_thumbs/t_015.jp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57673" y="2346350"/>
            <a:ext cx="901598" cy="901598"/>
          </a:xfrm>
          <a:prstGeom prst="rect">
            <a:avLst/>
          </a:prstGeom>
        </p:spPr>
      </p:pic>
      <p:sp>
        <p:nvSpPr>
          <p:cNvPr id="47" name="Shape 30"/>
          <p:cNvSpPr/>
          <p:nvPr/>
        </p:nvSpPr>
        <p:spPr>
          <a:xfrm>
            <a:off x="5157673" y="2346350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48" name="Text 31"/>
          <p:cNvSpPr/>
          <p:nvPr/>
        </p:nvSpPr>
        <p:spPr>
          <a:xfrm>
            <a:off x="5157673" y="2342693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900" dirty="0"/>
          </a:p>
        </p:txBody>
      </p:sp>
      <p:pic>
        <p:nvPicPr>
          <p:cNvPr id="49" name="Image 15" descr="tshirt_thumbs/t_016.jp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32424" y="2346350"/>
            <a:ext cx="901598" cy="901598"/>
          </a:xfrm>
          <a:prstGeom prst="rect">
            <a:avLst/>
          </a:prstGeom>
        </p:spPr>
      </p:pic>
      <p:sp>
        <p:nvSpPr>
          <p:cNvPr id="50" name="Shape 32"/>
          <p:cNvSpPr/>
          <p:nvPr/>
        </p:nvSpPr>
        <p:spPr>
          <a:xfrm>
            <a:off x="6132424" y="2346350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51" name="Text 33"/>
          <p:cNvSpPr/>
          <p:nvPr/>
        </p:nvSpPr>
        <p:spPr>
          <a:xfrm>
            <a:off x="6132424" y="2342693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900" dirty="0"/>
          </a:p>
        </p:txBody>
      </p:sp>
      <p:pic>
        <p:nvPicPr>
          <p:cNvPr id="52" name="Image 16" descr="tshirt_thumbs/t_017.jp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07174" y="2346350"/>
            <a:ext cx="901598" cy="901598"/>
          </a:xfrm>
          <a:prstGeom prst="rect">
            <a:avLst/>
          </a:prstGeom>
        </p:spPr>
      </p:pic>
      <p:sp>
        <p:nvSpPr>
          <p:cNvPr id="53" name="Shape 34"/>
          <p:cNvSpPr/>
          <p:nvPr/>
        </p:nvSpPr>
        <p:spPr>
          <a:xfrm>
            <a:off x="7107174" y="2346350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54" name="Text 35"/>
          <p:cNvSpPr/>
          <p:nvPr/>
        </p:nvSpPr>
        <p:spPr>
          <a:xfrm>
            <a:off x="7107174" y="2342693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900" dirty="0"/>
          </a:p>
        </p:txBody>
      </p:sp>
      <p:pic>
        <p:nvPicPr>
          <p:cNvPr id="55" name="Image 17" descr="tshirt_thumbs/t_018.jp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81924" y="2346350"/>
            <a:ext cx="901598" cy="901598"/>
          </a:xfrm>
          <a:prstGeom prst="rect">
            <a:avLst/>
          </a:prstGeom>
        </p:spPr>
      </p:pic>
      <p:sp>
        <p:nvSpPr>
          <p:cNvPr id="56" name="Shape 36"/>
          <p:cNvSpPr/>
          <p:nvPr/>
        </p:nvSpPr>
        <p:spPr>
          <a:xfrm>
            <a:off x="8081924" y="2346350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57" name="Text 37"/>
          <p:cNvSpPr/>
          <p:nvPr/>
        </p:nvSpPr>
        <p:spPr>
          <a:xfrm>
            <a:off x="8081924" y="2342693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900" dirty="0"/>
          </a:p>
        </p:txBody>
      </p:sp>
      <p:pic>
        <p:nvPicPr>
          <p:cNvPr id="58" name="Image 18" descr="tshirt_thumbs/t_019.jp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056675" y="2346350"/>
            <a:ext cx="901598" cy="901598"/>
          </a:xfrm>
          <a:prstGeom prst="rect">
            <a:avLst/>
          </a:prstGeom>
        </p:spPr>
      </p:pic>
      <p:sp>
        <p:nvSpPr>
          <p:cNvPr id="59" name="Shape 38"/>
          <p:cNvSpPr/>
          <p:nvPr/>
        </p:nvSpPr>
        <p:spPr>
          <a:xfrm>
            <a:off x="9056675" y="2346350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60" name="Text 39"/>
          <p:cNvSpPr/>
          <p:nvPr/>
        </p:nvSpPr>
        <p:spPr>
          <a:xfrm>
            <a:off x="9056675" y="2342693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900" dirty="0"/>
          </a:p>
        </p:txBody>
      </p:sp>
      <p:pic>
        <p:nvPicPr>
          <p:cNvPr id="61" name="Image 19" descr="tshirt_thumbs/t_020.jp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031425" y="2346350"/>
            <a:ext cx="901598" cy="901598"/>
          </a:xfrm>
          <a:prstGeom prst="rect">
            <a:avLst/>
          </a:prstGeom>
        </p:spPr>
      </p:pic>
      <p:sp>
        <p:nvSpPr>
          <p:cNvPr id="62" name="Shape 40"/>
          <p:cNvSpPr/>
          <p:nvPr/>
        </p:nvSpPr>
        <p:spPr>
          <a:xfrm>
            <a:off x="10031425" y="2346350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63" name="Text 41"/>
          <p:cNvSpPr/>
          <p:nvPr/>
        </p:nvSpPr>
        <p:spPr>
          <a:xfrm>
            <a:off x="10031425" y="2342693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900" dirty="0"/>
          </a:p>
        </p:txBody>
      </p:sp>
      <p:pic>
        <p:nvPicPr>
          <p:cNvPr id="64" name="Image 20" descr="tshirt_thumbs/t_021.jp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258672" y="3321101"/>
            <a:ext cx="901598" cy="901598"/>
          </a:xfrm>
          <a:prstGeom prst="rect">
            <a:avLst/>
          </a:prstGeom>
        </p:spPr>
      </p:pic>
      <p:sp>
        <p:nvSpPr>
          <p:cNvPr id="65" name="Shape 42"/>
          <p:cNvSpPr/>
          <p:nvPr/>
        </p:nvSpPr>
        <p:spPr>
          <a:xfrm>
            <a:off x="1258672" y="3321101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66" name="Text 43"/>
          <p:cNvSpPr/>
          <p:nvPr/>
        </p:nvSpPr>
        <p:spPr>
          <a:xfrm>
            <a:off x="1258672" y="3317443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900" dirty="0"/>
          </a:p>
        </p:txBody>
      </p:sp>
      <p:pic>
        <p:nvPicPr>
          <p:cNvPr id="67" name="Image 21" descr="tshirt_thumbs/t_022.jp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233422" y="3321101"/>
            <a:ext cx="901598" cy="901598"/>
          </a:xfrm>
          <a:prstGeom prst="rect">
            <a:avLst/>
          </a:prstGeom>
        </p:spPr>
      </p:pic>
      <p:sp>
        <p:nvSpPr>
          <p:cNvPr id="68" name="Shape 44"/>
          <p:cNvSpPr/>
          <p:nvPr/>
        </p:nvSpPr>
        <p:spPr>
          <a:xfrm>
            <a:off x="2233422" y="3321101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69" name="Text 45"/>
          <p:cNvSpPr/>
          <p:nvPr/>
        </p:nvSpPr>
        <p:spPr>
          <a:xfrm>
            <a:off x="2233422" y="3317443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900" dirty="0"/>
          </a:p>
        </p:txBody>
      </p:sp>
      <p:pic>
        <p:nvPicPr>
          <p:cNvPr id="70" name="Image 22" descr="tshirt_thumbs/t_023.jp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208172" y="3321101"/>
            <a:ext cx="901598" cy="901598"/>
          </a:xfrm>
          <a:prstGeom prst="rect">
            <a:avLst/>
          </a:prstGeom>
        </p:spPr>
      </p:pic>
      <p:sp>
        <p:nvSpPr>
          <p:cNvPr id="71" name="Shape 46"/>
          <p:cNvSpPr/>
          <p:nvPr/>
        </p:nvSpPr>
        <p:spPr>
          <a:xfrm>
            <a:off x="3208172" y="3321101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72" name="Text 47"/>
          <p:cNvSpPr/>
          <p:nvPr/>
        </p:nvSpPr>
        <p:spPr>
          <a:xfrm>
            <a:off x="3208172" y="3317443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900" dirty="0"/>
          </a:p>
        </p:txBody>
      </p:sp>
      <p:pic>
        <p:nvPicPr>
          <p:cNvPr id="73" name="Image 23" descr="tshirt_thumbs/t_024.jp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182923" y="3321101"/>
            <a:ext cx="901598" cy="901598"/>
          </a:xfrm>
          <a:prstGeom prst="rect">
            <a:avLst/>
          </a:prstGeom>
        </p:spPr>
      </p:pic>
      <p:sp>
        <p:nvSpPr>
          <p:cNvPr id="74" name="Shape 48"/>
          <p:cNvSpPr/>
          <p:nvPr/>
        </p:nvSpPr>
        <p:spPr>
          <a:xfrm>
            <a:off x="4182923" y="3321101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75" name="Text 49"/>
          <p:cNvSpPr/>
          <p:nvPr/>
        </p:nvSpPr>
        <p:spPr>
          <a:xfrm>
            <a:off x="4182923" y="3317443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900" dirty="0"/>
          </a:p>
        </p:txBody>
      </p:sp>
      <p:pic>
        <p:nvPicPr>
          <p:cNvPr id="76" name="Image 24" descr="tshirt_thumbs/t_025.jp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157673" y="3321101"/>
            <a:ext cx="901598" cy="901598"/>
          </a:xfrm>
          <a:prstGeom prst="rect">
            <a:avLst/>
          </a:prstGeom>
        </p:spPr>
      </p:pic>
      <p:sp>
        <p:nvSpPr>
          <p:cNvPr id="77" name="Shape 50"/>
          <p:cNvSpPr/>
          <p:nvPr/>
        </p:nvSpPr>
        <p:spPr>
          <a:xfrm>
            <a:off x="5157673" y="3321101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78" name="Text 51"/>
          <p:cNvSpPr/>
          <p:nvPr/>
        </p:nvSpPr>
        <p:spPr>
          <a:xfrm>
            <a:off x="5157673" y="3317443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900" dirty="0"/>
          </a:p>
        </p:txBody>
      </p:sp>
      <p:pic>
        <p:nvPicPr>
          <p:cNvPr id="79" name="Image 25" descr="tshirt_thumbs/t_026.jp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132424" y="3321101"/>
            <a:ext cx="901598" cy="901598"/>
          </a:xfrm>
          <a:prstGeom prst="rect">
            <a:avLst/>
          </a:prstGeom>
        </p:spPr>
      </p:pic>
      <p:sp>
        <p:nvSpPr>
          <p:cNvPr id="80" name="Shape 52"/>
          <p:cNvSpPr/>
          <p:nvPr/>
        </p:nvSpPr>
        <p:spPr>
          <a:xfrm>
            <a:off x="6132424" y="3321101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81" name="Text 53"/>
          <p:cNvSpPr/>
          <p:nvPr/>
        </p:nvSpPr>
        <p:spPr>
          <a:xfrm>
            <a:off x="6132424" y="3317443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endParaRPr lang="en-US" sz="900" dirty="0"/>
          </a:p>
        </p:txBody>
      </p:sp>
      <p:pic>
        <p:nvPicPr>
          <p:cNvPr id="82" name="Image 26" descr="tshirt_thumbs/t_027.jp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107174" y="3321101"/>
            <a:ext cx="901598" cy="901598"/>
          </a:xfrm>
          <a:prstGeom prst="rect">
            <a:avLst/>
          </a:prstGeom>
        </p:spPr>
      </p:pic>
      <p:sp>
        <p:nvSpPr>
          <p:cNvPr id="83" name="Shape 54"/>
          <p:cNvSpPr/>
          <p:nvPr/>
        </p:nvSpPr>
        <p:spPr>
          <a:xfrm>
            <a:off x="7107174" y="3321101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84" name="Text 55"/>
          <p:cNvSpPr/>
          <p:nvPr/>
        </p:nvSpPr>
        <p:spPr>
          <a:xfrm>
            <a:off x="7107174" y="3317443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</a:t>
            </a:r>
            <a:endParaRPr lang="en-US" sz="900" dirty="0"/>
          </a:p>
        </p:txBody>
      </p:sp>
      <p:pic>
        <p:nvPicPr>
          <p:cNvPr id="85" name="Image 27" descr="tshirt_thumbs/t_028.jp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081924" y="3321101"/>
            <a:ext cx="901598" cy="901598"/>
          </a:xfrm>
          <a:prstGeom prst="rect">
            <a:avLst/>
          </a:prstGeom>
        </p:spPr>
      </p:pic>
      <p:sp>
        <p:nvSpPr>
          <p:cNvPr id="86" name="Shape 56"/>
          <p:cNvSpPr/>
          <p:nvPr/>
        </p:nvSpPr>
        <p:spPr>
          <a:xfrm>
            <a:off x="8081924" y="3321101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87" name="Text 57"/>
          <p:cNvSpPr/>
          <p:nvPr/>
        </p:nvSpPr>
        <p:spPr>
          <a:xfrm>
            <a:off x="8081924" y="3317443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</a:t>
            </a:r>
            <a:endParaRPr lang="en-US" sz="900" dirty="0"/>
          </a:p>
        </p:txBody>
      </p:sp>
      <p:pic>
        <p:nvPicPr>
          <p:cNvPr id="88" name="Image 28" descr="tshirt_thumbs/t_029.jp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056675" y="3321101"/>
            <a:ext cx="901598" cy="901598"/>
          </a:xfrm>
          <a:prstGeom prst="rect">
            <a:avLst/>
          </a:prstGeom>
        </p:spPr>
      </p:pic>
      <p:sp>
        <p:nvSpPr>
          <p:cNvPr id="89" name="Shape 58"/>
          <p:cNvSpPr/>
          <p:nvPr/>
        </p:nvSpPr>
        <p:spPr>
          <a:xfrm>
            <a:off x="9056675" y="3321101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90" name="Text 59"/>
          <p:cNvSpPr/>
          <p:nvPr/>
        </p:nvSpPr>
        <p:spPr>
          <a:xfrm>
            <a:off x="9056675" y="3317443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</a:t>
            </a:r>
            <a:endParaRPr lang="en-US" sz="900" dirty="0"/>
          </a:p>
        </p:txBody>
      </p:sp>
      <p:pic>
        <p:nvPicPr>
          <p:cNvPr id="91" name="Image 29" descr="tshirt_thumbs/t_030.jp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031425" y="3321101"/>
            <a:ext cx="901598" cy="901598"/>
          </a:xfrm>
          <a:prstGeom prst="rect">
            <a:avLst/>
          </a:prstGeom>
        </p:spPr>
      </p:pic>
      <p:sp>
        <p:nvSpPr>
          <p:cNvPr id="92" name="Shape 60"/>
          <p:cNvSpPr/>
          <p:nvPr/>
        </p:nvSpPr>
        <p:spPr>
          <a:xfrm>
            <a:off x="10031425" y="3321101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93" name="Text 61"/>
          <p:cNvSpPr/>
          <p:nvPr/>
        </p:nvSpPr>
        <p:spPr>
          <a:xfrm>
            <a:off x="10031425" y="3317443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</a:t>
            </a:r>
            <a:endParaRPr lang="en-US" sz="900" dirty="0"/>
          </a:p>
        </p:txBody>
      </p:sp>
      <p:pic>
        <p:nvPicPr>
          <p:cNvPr id="94" name="Image 30" descr="tshirt_thumbs/t_031.jp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258672" y="4295851"/>
            <a:ext cx="901598" cy="901598"/>
          </a:xfrm>
          <a:prstGeom prst="rect">
            <a:avLst/>
          </a:prstGeom>
        </p:spPr>
      </p:pic>
      <p:sp>
        <p:nvSpPr>
          <p:cNvPr id="95" name="Shape 62"/>
          <p:cNvSpPr/>
          <p:nvPr/>
        </p:nvSpPr>
        <p:spPr>
          <a:xfrm>
            <a:off x="1258672" y="4295851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96" name="Text 63"/>
          <p:cNvSpPr/>
          <p:nvPr/>
        </p:nvSpPr>
        <p:spPr>
          <a:xfrm>
            <a:off x="1258672" y="429219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</a:t>
            </a:r>
            <a:endParaRPr lang="en-US" sz="900" dirty="0"/>
          </a:p>
        </p:txBody>
      </p:sp>
      <p:pic>
        <p:nvPicPr>
          <p:cNvPr id="97" name="Image 31" descr="tshirt_thumbs/t_032.jp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233422" y="4295851"/>
            <a:ext cx="901598" cy="901598"/>
          </a:xfrm>
          <a:prstGeom prst="rect">
            <a:avLst/>
          </a:prstGeom>
        </p:spPr>
      </p:pic>
      <p:sp>
        <p:nvSpPr>
          <p:cNvPr id="98" name="Shape 64"/>
          <p:cNvSpPr/>
          <p:nvPr/>
        </p:nvSpPr>
        <p:spPr>
          <a:xfrm>
            <a:off x="2233422" y="4295851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99" name="Text 65"/>
          <p:cNvSpPr/>
          <p:nvPr/>
        </p:nvSpPr>
        <p:spPr>
          <a:xfrm>
            <a:off x="2233422" y="429219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900" dirty="0"/>
          </a:p>
        </p:txBody>
      </p:sp>
      <p:pic>
        <p:nvPicPr>
          <p:cNvPr id="100" name="Image 32" descr="tshirt_thumbs/t_033.jp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208172" y="4295851"/>
            <a:ext cx="901598" cy="901598"/>
          </a:xfrm>
          <a:prstGeom prst="rect">
            <a:avLst/>
          </a:prstGeom>
        </p:spPr>
      </p:pic>
      <p:sp>
        <p:nvSpPr>
          <p:cNvPr id="101" name="Shape 66"/>
          <p:cNvSpPr/>
          <p:nvPr/>
        </p:nvSpPr>
        <p:spPr>
          <a:xfrm>
            <a:off x="3208172" y="4295851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102" name="Text 67"/>
          <p:cNvSpPr/>
          <p:nvPr/>
        </p:nvSpPr>
        <p:spPr>
          <a:xfrm>
            <a:off x="3208172" y="429219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</a:t>
            </a:r>
            <a:endParaRPr lang="en-US" sz="900" dirty="0"/>
          </a:p>
        </p:txBody>
      </p:sp>
      <p:pic>
        <p:nvPicPr>
          <p:cNvPr id="103" name="Image 33" descr="tshirt_thumbs/t_034.jp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182923" y="4295851"/>
            <a:ext cx="901598" cy="901598"/>
          </a:xfrm>
          <a:prstGeom prst="rect">
            <a:avLst/>
          </a:prstGeom>
        </p:spPr>
      </p:pic>
      <p:sp>
        <p:nvSpPr>
          <p:cNvPr id="104" name="Shape 68"/>
          <p:cNvSpPr/>
          <p:nvPr/>
        </p:nvSpPr>
        <p:spPr>
          <a:xfrm>
            <a:off x="4182923" y="4295851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105" name="Text 69"/>
          <p:cNvSpPr/>
          <p:nvPr/>
        </p:nvSpPr>
        <p:spPr>
          <a:xfrm>
            <a:off x="4182923" y="429219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</a:t>
            </a:r>
            <a:endParaRPr lang="en-US" sz="900" dirty="0"/>
          </a:p>
        </p:txBody>
      </p:sp>
      <p:pic>
        <p:nvPicPr>
          <p:cNvPr id="106" name="Image 34" descr="tshirt_thumbs/t_035.jp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157673" y="4295851"/>
            <a:ext cx="901598" cy="901598"/>
          </a:xfrm>
          <a:prstGeom prst="rect">
            <a:avLst/>
          </a:prstGeom>
        </p:spPr>
      </p:pic>
      <p:sp>
        <p:nvSpPr>
          <p:cNvPr id="107" name="Shape 70"/>
          <p:cNvSpPr/>
          <p:nvPr/>
        </p:nvSpPr>
        <p:spPr>
          <a:xfrm>
            <a:off x="5157673" y="4295851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108" name="Text 71"/>
          <p:cNvSpPr/>
          <p:nvPr/>
        </p:nvSpPr>
        <p:spPr>
          <a:xfrm>
            <a:off x="5157673" y="429219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</a:t>
            </a:r>
            <a:endParaRPr lang="en-US" sz="900" dirty="0"/>
          </a:p>
        </p:txBody>
      </p:sp>
      <p:pic>
        <p:nvPicPr>
          <p:cNvPr id="109" name="Image 35" descr="tshirt_thumbs/t_036.jp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132424" y="4295851"/>
            <a:ext cx="901598" cy="901598"/>
          </a:xfrm>
          <a:prstGeom prst="rect">
            <a:avLst/>
          </a:prstGeom>
        </p:spPr>
      </p:pic>
      <p:sp>
        <p:nvSpPr>
          <p:cNvPr id="110" name="Shape 72"/>
          <p:cNvSpPr/>
          <p:nvPr/>
        </p:nvSpPr>
        <p:spPr>
          <a:xfrm>
            <a:off x="6132424" y="4295851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111" name="Text 73"/>
          <p:cNvSpPr/>
          <p:nvPr/>
        </p:nvSpPr>
        <p:spPr>
          <a:xfrm>
            <a:off x="6132424" y="429219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</a:t>
            </a:r>
            <a:endParaRPr lang="en-US" sz="900" dirty="0"/>
          </a:p>
        </p:txBody>
      </p:sp>
      <p:pic>
        <p:nvPicPr>
          <p:cNvPr id="112" name="Image 36" descr="tshirt_thumbs/t_037.jp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107174" y="4295851"/>
            <a:ext cx="901598" cy="901598"/>
          </a:xfrm>
          <a:prstGeom prst="rect">
            <a:avLst/>
          </a:prstGeom>
        </p:spPr>
      </p:pic>
      <p:sp>
        <p:nvSpPr>
          <p:cNvPr id="113" name="Shape 74"/>
          <p:cNvSpPr/>
          <p:nvPr/>
        </p:nvSpPr>
        <p:spPr>
          <a:xfrm>
            <a:off x="7107174" y="4295851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114" name="Text 75"/>
          <p:cNvSpPr/>
          <p:nvPr/>
        </p:nvSpPr>
        <p:spPr>
          <a:xfrm>
            <a:off x="7107174" y="429219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</a:t>
            </a:r>
            <a:endParaRPr lang="en-US" sz="900" dirty="0"/>
          </a:p>
        </p:txBody>
      </p:sp>
      <p:pic>
        <p:nvPicPr>
          <p:cNvPr id="115" name="Image 37" descr="tshirt_thumbs/t_038.jp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081924" y="4295851"/>
            <a:ext cx="901598" cy="901598"/>
          </a:xfrm>
          <a:prstGeom prst="rect">
            <a:avLst/>
          </a:prstGeom>
        </p:spPr>
      </p:pic>
      <p:sp>
        <p:nvSpPr>
          <p:cNvPr id="116" name="Shape 76"/>
          <p:cNvSpPr/>
          <p:nvPr/>
        </p:nvSpPr>
        <p:spPr>
          <a:xfrm>
            <a:off x="8081924" y="4295851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117" name="Text 77"/>
          <p:cNvSpPr/>
          <p:nvPr/>
        </p:nvSpPr>
        <p:spPr>
          <a:xfrm>
            <a:off x="8081924" y="429219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</a:t>
            </a:r>
            <a:endParaRPr lang="en-US" sz="900" dirty="0"/>
          </a:p>
        </p:txBody>
      </p:sp>
      <p:pic>
        <p:nvPicPr>
          <p:cNvPr id="118" name="Image 38" descr="tshirt_thumbs/t_039.jp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9056675" y="4295851"/>
            <a:ext cx="901598" cy="901598"/>
          </a:xfrm>
          <a:prstGeom prst="rect">
            <a:avLst/>
          </a:prstGeom>
        </p:spPr>
      </p:pic>
      <p:sp>
        <p:nvSpPr>
          <p:cNvPr id="119" name="Shape 78"/>
          <p:cNvSpPr/>
          <p:nvPr/>
        </p:nvSpPr>
        <p:spPr>
          <a:xfrm>
            <a:off x="9056675" y="4295851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120" name="Text 79"/>
          <p:cNvSpPr/>
          <p:nvPr/>
        </p:nvSpPr>
        <p:spPr>
          <a:xfrm>
            <a:off x="9056675" y="429219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</a:t>
            </a:r>
            <a:endParaRPr lang="en-US" sz="900" dirty="0"/>
          </a:p>
        </p:txBody>
      </p:sp>
      <p:pic>
        <p:nvPicPr>
          <p:cNvPr id="121" name="Image 39" descr="tshirt_thumbs/t_040.jp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0031425" y="4295851"/>
            <a:ext cx="901598" cy="901598"/>
          </a:xfrm>
          <a:prstGeom prst="rect">
            <a:avLst/>
          </a:prstGeom>
        </p:spPr>
      </p:pic>
      <p:sp>
        <p:nvSpPr>
          <p:cNvPr id="122" name="Shape 80"/>
          <p:cNvSpPr/>
          <p:nvPr/>
        </p:nvSpPr>
        <p:spPr>
          <a:xfrm>
            <a:off x="10031425" y="4295851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123" name="Text 81"/>
          <p:cNvSpPr/>
          <p:nvPr/>
        </p:nvSpPr>
        <p:spPr>
          <a:xfrm>
            <a:off x="10031425" y="429219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</a:t>
            </a:r>
            <a:endParaRPr lang="en-US" sz="900" dirty="0"/>
          </a:p>
        </p:txBody>
      </p:sp>
      <p:pic>
        <p:nvPicPr>
          <p:cNvPr id="124" name="Image 40" descr="tshirt_thumbs/t_041.jp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258672" y="5270602"/>
            <a:ext cx="901598" cy="901598"/>
          </a:xfrm>
          <a:prstGeom prst="rect">
            <a:avLst/>
          </a:prstGeom>
        </p:spPr>
      </p:pic>
      <p:sp>
        <p:nvSpPr>
          <p:cNvPr id="125" name="Shape 82"/>
          <p:cNvSpPr/>
          <p:nvPr/>
        </p:nvSpPr>
        <p:spPr>
          <a:xfrm>
            <a:off x="1258672" y="5270602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126" name="Text 83"/>
          <p:cNvSpPr/>
          <p:nvPr/>
        </p:nvSpPr>
        <p:spPr>
          <a:xfrm>
            <a:off x="1258672" y="526694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</a:t>
            </a:r>
            <a:endParaRPr lang="en-US" sz="900" dirty="0"/>
          </a:p>
        </p:txBody>
      </p:sp>
      <p:pic>
        <p:nvPicPr>
          <p:cNvPr id="127" name="Image 41" descr="tshirt_thumbs/t_042.jp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2233422" y="5270602"/>
            <a:ext cx="901598" cy="901598"/>
          </a:xfrm>
          <a:prstGeom prst="rect">
            <a:avLst/>
          </a:prstGeom>
        </p:spPr>
      </p:pic>
      <p:sp>
        <p:nvSpPr>
          <p:cNvPr id="128" name="Shape 84"/>
          <p:cNvSpPr/>
          <p:nvPr/>
        </p:nvSpPr>
        <p:spPr>
          <a:xfrm>
            <a:off x="2233422" y="5270602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129" name="Text 85"/>
          <p:cNvSpPr/>
          <p:nvPr/>
        </p:nvSpPr>
        <p:spPr>
          <a:xfrm>
            <a:off x="2233422" y="526694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</a:t>
            </a:r>
            <a:endParaRPr lang="en-US" sz="900" dirty="0"/>
          </a:p>
        </p:txBody>
      </p:sp>
      <p:pic>
        <p:nvPicPr>
          <p:cNvPr id="130" name="Image 42" descr="tshirt_thumbs/t_043.jp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208172" y="5270602"/>
            <a:ext cx="901598" cy="901598"/>
          </a:xfrm>
          <a:prstGeom prst="rect">
            <a:avLst/>
          </a:prstGeom>
        </p:spPr>
      </p:pic>
      <p:sp>
        <p:nvSpPr>
          <p:cNvPr id="131" name="Shape 86"/>
          <p:cNvSpPr/>
          <p:nvPr/>
        </p:nvSpPr>
        <p:spPr>
          <a:xfrm>
            <a:off x="3208172" y="5270602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132" name="Text 87"/>
          <p:cNvSpPr/>
          <p:nvPr/>
        </p:nvSpPr>
        <p:spPr>
          <a:xfrm>
            <a:off x="3208172" y="526694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</a:t>
            </a:r>
            <a:endParaRPr lang="en-US" sz="900" dirty="0"/>
          </a:p>
        </p:txBody>
      </p:sp>
      <p:pic>
        <p:nvPicPr>
          <p:cNvPr id="133" name="Image 43" descr="tshirt_thumbs/t_044.jp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182923" y="5270602"/>
            <a:ext cx="901598" cy="901598"/>
          </a:xfrm>
          <a:prstGeom prst="rect">
            <a:avLst/>
          </a:prstGeom>
        </p:spPr>
      </p:pic>
      <p:sp>
        <p:nvSpPr>
          <p:cNvPr id="134" name="Shape 88"/>
          <p:cNvSpPr/>
          <p:nvPr/>
        </p:nvSpPr>
        <p:spPr>
          <a:xfrm>
            <a:off x="4182923" y="5270602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135" name="Text 89"/>
          <p:cNvSpPr/>
          <p:nvPr/>
        </p:nvSpPr>
        <p:spPr>
          <a:xfrm>
            <a:off x="4182923" y="526694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</a:t>
            </a:r>
            <a:endParaRPr lang="en-US" sz="900" dirty="0"/>
          </a:p>
        </p:txBody>
      </p:sp>
      <p:pic>
        <p:nvPicPr>
          <p:cNvPr id="136" name="Image 44" descr="tshirt_thumbs/t_045.jp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5157673" y="5270602"/>
            <a:ext cx="901598" cy="901598"/>
          </a:xfrm>
          <a:prstGeom prst="rect">
            <a:avLst/>
          </a:prstGeom>
        </p:spPr>
      </p:pic>
      <p:sp>
        <p:nvSpPr>
          <p:cNvPr id="137" name="Shape 90"/>
          <p:cNvSpPr/>
          <p:nvPr/>
        </p:nvSpPr>
        <p:spPr>
          <a:xfrm>
            <a:off x="5157673" y="5270602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138" name="Text 91"/>
          <p:cNvSpPr/>
          <p:nvPr/>
        </p:nvSpPr>
        <p:spPr>
          <a:xfrm>
            <a:off x="5157673" y="526694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</a:t>
            </a:r>
            <a:endParaRPr lang="en-US" sz="900" dirty="0"/>
          </a:p>
        </p:txBody>
      </p:sp>
      <p:pic>
        <p:nvPicPr>
          <p:cNvPr id="139" name="Image 45" descr="tshirt_thumbs/t_046.jp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6132424" y="5270602"/>
            <a:ext cx="901598" cy="901598"/>
          </a:xfrm>
          <a:prstGeom prst="rect">
            <a:avLst/>
          </a:prstGeom>
        </p:spPr>
      </p:pic>
      <p:sp>
        <p:nvSpPr>
          <p:cNvPr id="140" name="Shape 92"/>
          <p:cNvSpPr/>
          <p:nvPr/>
        </p:nvSpPr>
        <p:spPr>
          <a:xfrm>
            <a:off x="6132424" y="5270602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141" name="Text 93"/>
          <p:cNvSpPr/>
          <p:nvPr/>
        </p:nvSpPr>
        <p:spPr>
          <a:xfrm>
            <a:off x="6132424" y="526694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</a:t>
            </a:r>
            <a:endParaRPr lang="en-US" sz="900" dirty="0"/>
          </a:p>
        </p:txBody>
      </p:sp>
      <p:pic>
        <p:nvPicPr>
          <p:cNvPr id="142" name="Image 46" descr="tshirt_thumbs/t_047.jp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7107174" y="5270602"/>
            <a:ext cx="901598" cy="901598"/>
          </a:xfrm>
          <a:prstGeom prst="rect">
            <a:avLst/>
          </a:prstGeom>
        </p:spPr>
      </p:pic>
      <p:sp>
        <p:nvSpPr>
          <p:cNvPr id="143" name="Shape 94"/>
          <p:cNvSpPr/>
          <p:nvPr/>
        </p:nvSpPr>
        <p:spPr>
          <a:xfrm>
            <a:off x="7107174" y="5270602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144" name="Text 95"/>
          <p:cNvSpPr/>
          <p:nvPr/>
        </p:nvSpPr>
        <p:spPr>
          <a:xfrm>
            <a:off x="7107174" y="526694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</a:t>
            </a:r>
            <a:endParaRPr lang="en-US" sz="900" dirty="0"/>
          </a:p>
        </p:txBody>
      </p:sp>
      <p:pic>
        <p:nvPicPr>
          <p:cNvPr id="145" name="Image 47" descr="tshirt_thumbs/t_048.jp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8081924" y="5270602"/>
            <a:ext cx="901598" cy="901598"/>
          </a:xfrm>
          <a:prstGeom prst="rect">
            <a:avLst/>
          </a:prstGeom>
        </p:spPr>
      </p:pic>
      <p:sp>
        <p:nvSpPr>
          <p:cNvPr id="146" name="Shape 96"/>
          <p:cNvSpPr/>
          <p:nvPr/>
        </p:nvSpPr>
        <p:spPr>
          <a:xfrm>
            <a:off x="8081924" y="5270602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147" name="Text 97"/>
          <p:cNvSpPr/>
          <p:nvPr/>
        </p:nvSpPr>
        <p:spPr>
          <a:xfrm>
            <a:off x="8081924" y="526694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</a:t>
            </a:r>
            <a:endParaRPr lang="en-US" sz="900" dirty="0"/>
          </a:p>
        </p:txBody>
      </p:sp>
      <p:pic>
        <p:nvPicPr>
          <p:cNvPr id="148" name="Image 48" descr="tshirt_thumbs/t_049.jp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9056675" y="5270602"/>
            <a:ext cx="901598" cy="901598"/>
          </a:xfrm>
          <a:prstGeom prst="rect">
            <a:avLst/>
          </a:prstGeom>
        </p:spPr>
      </p:pic>
      <p:sp>
        <p:nvSpPr>
          <p:cNvPr id="149" name="Shape 98"/>
          <p:cNvSpPr/>
          <p:nvPr/>
        </p:nvSpPr>
        <p:spPr>
          <a:xfrm>
            <a:off x="9056675" y="5270602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150" name="Text 99"/>
          <p:cNvSpPr/>
          <p:nvPr/>
        </p:nvSpPr>
        <p:spPr>
          <a:xfrm>
            <a:off x="9056675" y="526694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49</a:t>
            </a:r>
            <a:endParaRPr lang="en-US" sz="900" dirty="0"/>
          </a:p>
        </p:txBody>
      </p:sp>
      <p:pic>
        <p:nvPicPr>
          <p:cNvPr id="151" name="Image 49" descr="tshirt_thumbs/t_050.jp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10031425" y="5270602"/>
            <a:ext cx="901598" cy="901598"/>
          </a:xfrm>
          <a:prstGeom prst="rect">
            <a:avLst/>
          </a:prstGeom>
        </p:spPr>
      </p:pic>
      <p:sp>
        <p:nvSpPr>
          <p:cNvPr id="152" name="Shape 100"/>
          <p:cNvSpPr/>
          <p:nvPr/>
        </p:nvSpPr>
        <p:spPr>
          <a:xfrm>
            <a:off x="10031425" y="5270602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153" name="Text 101"/>
          <p:cNvSpPr/>
          <p:nvPr/>
        </p:nvSpPr>
        <p:spPr>
          <a:xfrm>
            <a:off x="10031425" y="526694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</a:t>
            </a:r>
            <a:endParaRPr lang="en-US" sz="900" dirty="0"/>
          </a:p>
        </p:txBody>
      </p:sp>
      <p:sp>
        <p:nvSpPr>
          <p:cNvPr id="154" name="Text 102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 랭킹 1위(좌상단) → 50위. 가로 10개 × 세로 5줄.</a:t>
            </a:r>
            <a:endParaRPr lang="en-US" sz="1000" dirty="0"/>
          </a:p>
        </p:txBody>
      </p:sp>
      <p:sp>
        <p:nvSpPr>
          <p:cNvPr id="155" name="Text 103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PERSPECTIVE · 가격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가격대별 그룹핑 (Top 50)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37160" cy="137160"/>
          </a:xfrm>
          <a:prstGeom prst="rect">
            <a:avLst/>
          </a:prstGeom>
          <a:solidFill>
            <a:srgbClr val="C24A63"/>
          </a:solidFill>
          <a:ln/>
        </p:spPr>
      </p:sp>
      <p:sp>
        <p:nvSpPr>
          <p:cNvPr id="5" name="Text 3"/>
          <p:cNvSpPr/>
          <p:nvPr/>
        </p:nvSpPr>
        <p:spPr>
          <a:xfrm>
            <a:off x="667512" y="11704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 ¥1,999</a:t>
            </a:r>
            <a:pPr indent="0" marL="0">
              <a:buNone/>
            </a:pPr>
            <a:r>
              <a:rPr lang="en-US" sz="9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11개   ·   가성비존</a:t>
            </a:r>
            <a:endParaRPr lang="en-US" sz="1200" dirty="0"/>
          </a:p>
        </p:txBody>
      </p:sp>
      <p:pic>
        <p:nvPicPr>
          <p:cNvPr id="6" name="Image 0" descr="tshirt_thumbs/t_0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81328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457200" y="1481328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477670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650" dirty="0"/>
          </a:p>
        </p:txBody>
      </p:sp>
      <p:pic>
        <p:nvPicPr>
          <p:cNvPr id="9" name="Image 1" descr="tshirt_thumbs/t_006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1481328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0" name="Shape 6"/>
          <p:cNvSpPr/>
          <p:nvPr/>
        </p:nvSpPr>
        <p:spPr>
          <a:xfrm>
            <a:off x="1014984" y="1481328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1014984" y="1477670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650" dirty="0"/>
          </a:p>
        </p:txBody>
      </p:sp>
      <p:pic>
        <p:nvPicPr>
          <p:cNvPr id="12" name="Image 2" descr="tshirt_thumbs/t_021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2768" y="1481328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3" name="Shape 8"/>
          <p:cNvSpPr/>
          <p:nvPr/>
        </p:nvSpPr>
        <p:spPr>
          <a:xfrm>
            <a:off x="1572768" y="1481328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4" name="Text 9"/>
          <p:cNvSpPr/>
          <p:nvPr/>
        </p:nvSpPr>
        <p:spPr>
          <a:xfrm>
            <a:off x="1572768" y="1477670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650" dirty="0"/>
          </a:p>
        </p:txBody>
      </p:sp>
      <p:pic>
        <p:nvPicPr>
          <p:cNvPr id="15" name="Image 3" descr="tshirt_thumbs/t_02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0552" y="1481328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6" name="Shape 10"/>
          <p:cNvSpPr/>
          <p:nvPr/>
        </p:nvSpPr>
        <p:spPr>
          <a:xfrm>
            <a:off x="2130552" y="1481328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7" name="Text 11"/>
          <p:cNvSpPr/>
          <p:nvPr/>
        </p:nvSpPr>
        <p:spPr>
          <a:xfrm>
            <a:off x="2130552" y="1477670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650" dirty="0"/>
          </a:p>
        </p:txBody>
      </p:sp>
      <p:pic>
        <p:nvPicPr>
          <p:cNvPr id="18" name="Image 4" descr="tshirt_thumbs/t_032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8336" y="1481328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9" name="Shape 12"/>
          <p:cNvSpPr/>
          <p:nvPr/>
        </p:nvSpPr>
        <p:spPr>
          <a:xfrm>
            <a:off x="2688336" y="1481328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20" name="Text 13"/>
          <p:cNvSpPr/>
          <p:nvPr/>
        </p:nvSpPr>
        <p:spPr>
          <a:xfrm>
            <a:off x="2688336" y="1477670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650" dirty="0"/>
          </a:p>
        </p:txBody>
      </p:sp>
      <p:pic>
        <p:nvPicPr>
          <p:cNvPr id="21" name="Image 5" descr="tshirt_thumbs/t_037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6120" y="1481328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22" name="Shape 14"/>
          <p:cNvSpPr/>
          <p:nvPr/>
        </p:nvSpPr>
        <p:spPr>
          <a:xfrm>
            <a:off x="3246120" y="1481328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23" name="Text 15"/>
          <p:cNvSpPr/>
          <p:nvPr/>
        </p:nvSpPr>
        <p:spPr>
          <a:xfrm>
            <a:off x="3246120" y="1477670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</a:t>
            </a:r>
            <a:endParaRPr lang="en-US" sz="650" dirty="0"/>
          </a:p>
        </p:txBody>
      </p:sp>
      <p:pic>
        <p:nvPicPr>
          <p:cNvPr id="24" name="Image 6" descr="tshirt_thumbs/t_038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03904" y="1481328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25" name="Shape 16"/>
          <p:cNvSpPr/>
          <p:nvPr/>
        </p:nvSpPr>
        <p:spPr>
          <a:xfrm>
            <a:off x="3803904" y="1481328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26" name="Text 17"/>
          <p:cNvSpPr/>
          <p:nvPr/>
        </p:nvSpPr>
        <p:spPr>
          <a:xfrm>
            <a:off x="3803904" y="1477670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</a:t>
            </a:r>
            <a:endParaRPr lang="en-US" sz="650" dirty="0"/>
          </a:p>
        </p:txBody>
      </p:sp>
      <p:pic>
        <p:nvPicPr>
          <p:cNvPr id="27" name="Image 7" descr="tshirt_thumbs/t_043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61688" y="1481328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28" name="Shape 18"/>
          <p:cNvSpPr/>
          <p:nvPr/>
        </p:nvSpPr>
        <p:spPr>
          <a:xfrm>
            <a:off x="4361688" y="1481328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29" name="Text 19"/>
          <p:cNvSpPr/>
          <p:nvPr/>
        </p:nvSpPr>
        <p:spPr>
          <a:xfrm>
            <a:off x="4361688" y="1477670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</a:t>
            </a:r>
            <a:endParaRPr lang="en-US" sz="650" dirty="0"/>
          </a:p>
        </p:txBody>
      </p:sp>
      <p:pic>
        <p:nvPicPr>
          <p:cNvPr id="30" name="Image 8" descr="tshirt_thumbs/t_045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9472" y="1481328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31" name="Shape 20"/>
          <p:cNvSpPr/>
          <p:nvPr/>
        </p:nvSpPr>
        <p:spPr>
          <a:xfrm>
            <a:off x="4919472" y="1481328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32" name="Text 21"/>
          <p:cNvSpPr/>
          <p:nvPr/>
        </p:nvSpPr>
        <p:spPr>
          <a:xfrm>
            <a:off x="4919472" y="1477670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</a:t>
            </a:r>
            <a:endParaRPr lang="en-US" sz="650" dirty="0"/>
          </a:p>
        </p:txBody>
      </p:sp>
      <p:pic>
        <p:nvPicPr>
          <p:cNvPr id="33" name="Image 9" descr="tshirt_thumbs/t_047.jp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77256" y="1481328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34" name="Shape 22"/>
          <p:cNvSpPr/>
          <p:nvPr/>
        </p:nvSpPr>
        <p:spPr>
          <a:xfrm>
            <a:off x="5477256" y="1481328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35" name="Text 23"/>
          <p:cNvSpPr/>
          <p:nvPr/>
        </p:nvSpPr>
        <p:spPr>
          <a:xfrm>
            <a:off x="5477256" y="1477670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</a:t>
            </a:r>
            <a:endParaRPr lang="en-US" sz="650" dirty="0"/>
          </a:p>
        </p:txBody>
      </p:sp>
      <p:pic>
        <p:nvPicPr>
          <p:cNvPr id="36" name="Image 10" descr="tshirt_thumbs/t_050.jp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35040" y="1481328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37" name="Shape 24"/>
          <p:cNvSpPr/>
          <p:nvPr/>
        </p:nvSpPr>
        <p:spPr>
          <a:xfrm>
            <a:off x="6035040" y="1481328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38" name="Text 25"/>
          <p:cNvSpPr/>
          <p:nvPr/>
        </p:nvSpPr>
        <p:spPr>
          <a:xfrm>
            <a:off x="6035040" y="1477670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</a:t>
            </a:r>
            <a:endParaRPr lang="en-US" sz="650" dirty="0"/>
          </a:p>
        </p:txBody>
      </p:sp>
      <p:sp>
        <p:nvSpPr>
          <p:cNvPr id="39" name="Shape 26"/>
          <p:cNvSpPr/>
          <p:nvPr/>
        </p:nvSpPr>
        <p:spPr>
          <a:xfrm>
            <a:off x="457200" y="2121408"/>
            <a:ext cx="137160" cy="137160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40" name="Text 27"/>
          <p:cNvSpPr/>
          <p:nvPr/>
        </p:nvSpPr>
        <p:spPr>
          <a:xfrm>
            <a:off x="667512" y="20574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¥2,000~2,999</a:t>
            </a:r>
            <a:pPr indent="0" marL="0">
              <a:buNone/>
            </a:pPr>
            <a:r>
              <a:rPr lang="en-US" sz="9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12개</a:t>
            </a:r>
            <a:endParaRPr lang="en-US" sz="1200" dirty="0"/>
          </a:p>
        </p:txBody>
      </p:sp>
      <p:pic>
        <p:nvPicPr>
          <p:cNvPr id="41" name="Image 11" descr="tshirt_thumbs/t_007.jp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2368296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42" name="Shape 28"/>
          <p:cNvSpPr/>
          <p:nvPr/>
        </p:nvSpPr>
        <p:spPr>
          <a:xfrm>
            <a:off x="457200" y="2368296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43" name="Text 29"/>
          <p:cNvSpPr/>
          <p:nvPr/>
        </p:nvSpPr>
        <p:spPr>
          <a:xfrm>
            <a:off x="457200" y="2364638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650" dirty="0"/>
          </a:p>
        </p:txBody>
      </p:sp>
      <p:pic>
        <p:nvPicPr>
          <p:cNvPr id="44" name="Image 12" descr="tshirt_thumbs/t_009.jp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4984" y="2368296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45" name="Shape 30"/>
          <p:cNvSpPr/>
          <p:nvPr/>
        </p:nvSpPr>
        <p:spPr>
          <a:xfrm>
            <a:off x="1014984" y="2368296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46" name="Text 31"/>
          <p:cNvSpPr/>
          <p:nvPr/>
        </p:nvSpPr>
        <p:spPr>
          <a:xfrm>
            <a:off x="1014984" y="2364638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650" dirty="0"/>
          </a:p>
        </p:txBody>
      </p:sp>
      <p:pic>
        <p:nvPicPr>
          <p:cNvPr id="47" name="Image 13" descr="tshirt_thumbs/t_010.jp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72768" y="2368296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48" name="Shape 32"/>
          <p:cNvSpPr/>
          <p:nvPr/>
        </p:nvSpPr>
        <p:spPr>
          <a:xfrm>
            <a:off x="1572768" y="2368296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49" name="Text 33"/>
          <p:cNvSpPr/>
          <p:nvPr/>
        </p:nvSpPr>
        <p:spPr>
          <a:xfrm>
            <a:off x="1572768" y="2364638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650" dirty="0"/>
          </a:p>
        </p:txBody>
      </p:sp>
      <p:pic>
        <p:nvPicPr>
          <p:cNvPr id="50" name="Image 14" descr="tshirt_thumbs/t_017.jp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130552" y="2368296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51" name="Shape 34"/>
          <p:cNvSpPr/>
          <p:nvPr/>
        </p:nvSpPr>
        <p:spPr>
          <a:xfrm>
            <a:off x="2130552" y="2368296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52" name="Text 35"/>
          <p:cNvSpPr/>
          <p:nvPr/>
        </p:nvSpPr>
        <p:spPr>
          <a:xfrm>
            <a:off x="2130552" y="2364638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650" dirty="0"/>
          </a:p>
        </p:txBody>
      </p:sp>
      <p:pic>
        <p:nvPicPr>
          <p:cNvPr id="53" name="Image 15" descr="tshirt_thumbs/t_019.jp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688336" y="2368296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54" name="Shape 36"/>
          <p:cNvSpPr/>
          <p:nvPr/>
        </p:nvSpPr>
        <p:spPr>
          <a:xfrm>
            <a:off x="2688336" y="2368296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55" name="Text 37"/>
          <p:cNvSpPr/>
          <p:nvPr/>
        </p:nvSpPr>
        <p:spPr>
          <a:xfrm>
            <a:off x="2688336" y="2364638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650" dirty="0"/>
          </a:p>
        </p:txBody>
      </p:sp>
      <p:pic>
        <p:nvPicPr>
          <p:cNvPr id="56" name="Image 16" descr="tshirt_thumbs/t_026.jp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246120" y="2368296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57" name="Shape 38"/>
          <p:cNvSpPr/>
          <p:nvPr/>
        </p:nvSpPr>
        <p:spPr>
          <a:xfrm>
            <a:off x="3246120" y="2368296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58" name="Text 39"/>
          <p:cNvSpPr/>
          <p:nvPr/>
        </p:nvSpPr>
        <p:spPr>
          <a:xfrm>
            <a:off x="3246120" y="2364638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endParaRPr lang="en-US" sz="650" dirty="0"/>
          </a:p>
        </p:txBody>
      </p:sp>
      <p:pic>
        <p:nvPicPr>
          <p:cNvPr id="59" name="Image 17" descr="tshirt_thumbs/t_027.jp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803904" y="2368296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60" name="Shape 40"/>
          <p:cNvSpPr/>
          <p:nvPr/>
        </p:nvSpPr>
        <p:spPr>
          <a:xfrm>
            <a:off x="3803904" y="2368296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61" name="Text 41"/>
          <p:cNvSpPr/>
          <p:nvPr/>
        </p:nvSpPr>
        <p:spPr>
          <a:xfrm>
            <a:off x="3803904" y="2364638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</a:t>
            </a:r>
            <a:endParaRPr lang="en-US" sz="650" dirty="0"/>
          </a:p>
        </p:txBody>
      </p:sp>
      <p:pic>
        <p:nvPicPr>
          <p:cNvPr id="62" name="Image 18" descr="tshirt_thumbs/t_028.jp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361688" y="2368296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63" name="Shape 42"/>
          <p:cNvSpPr/>
          <p:nvPr/>
        </p:nvSpPr>
        <p:spPr>
          <a:xfrm>
            <a:off x="4361688" y="2368296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64" name="Text 43"/>
          <p:cNvSpPr/>
          <p:nvPr/>
        </p:nvSpPr>
        <p:spPr>
          <a:xfrm>
            <a:off x="4361688" y="2364638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</a:t>
            </a:r>
            <a:endParaRPr lang="en-US" sz="650" dirty="0"/>
          </a:p>
        </p:txBody>
      </p:sp>
      <p:pic>
        <p:nvPicPr>
          <p:cNvPr id="65" name="Image 19" descr="tshirt_thumbs/t_031.jp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919472" y="2368296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66" name="Shape 44"/>
          <p:cNvSpPr/>
          <p:nvPr/>
        </p:nvSpPr>
        <p:spPr>
          <a:xfrm>
            <a:off x="4919472" y="2368296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67" name="Text 45"/>
          <p:cNvSpPr/>
          <p:nvPr/>
        </p:nvSpPr>
        <p:spPr>
          <a:xfrm>
            <a:off x="4919472" y="2364638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</a:t>
            </a:r>
            <a:endParaRPr lang="en-US" sz="650" dirty="0"/>
          </a:p>
        </p:txBody>
      </p:sp>
      <p:pic>
        <p:nvPicPr>
          <p:cNvPr id="68" name="Image 20" descr="tshirt_thumbs/t_033.jp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477256" y="2368296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69" name="Shape 46"/>
          <p:cNvSpPr/>
          <p:nvPr/>
        </p:nvSpPr>
        <p:spPr>
          <a:xfrm>
            <a:off x="5477256" y="2368296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70" name="Text 47"/>
          <p:cNvSpPr/>
          <p:nvPr/>
        </p:nvSpPr>
        <p:spPr>
          <a:xfrm>
            <a:off x="5477256" y="2364638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</a:t>
            </a:r>
            <a:endParaRPr lang="en-US" sz="650" dirty="0"/>
          </a:p>
        </p:txBody>
      </p:sp>
      <p:pic>
        <p:nvPicPr>
          <p:cNvPr id="71" name="Image 21" descr="tshirt_thumbs/t_040.jp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035040" y="2368296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72" name="Shape 48"/>
          <p:cNvSpPr/>
          <p:nvPr/>
        </p:nvSpPr>
        <p:spPr>
          <a:xfrm>
            <a:off x="6035040" y="2368296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73" name="Text 49"/>
          <p:cNvSpPr/>
          <p:nvPr/>
        </p:nvSpPr>
        <p:spPr>
          <a:xfrm>
            <a:off x="6035040" y="2364638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</a:t>
            </a:r>
            <a:endParaRPr lang="en-US" sz="650" dirty="0"/>
          </a:p>
        </p:txBody>
      </p:sp>
      <p:pic>
        <p:nvPicPr>
          <p:cNvPr id="74" name="Image 22" descr="tshirt_thumbs/t_041.jp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92824" y="2368296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75" name="Shape 50"/>
          <p:cNvSpPr/>
          <p:nvPr/>
        </p:nvSpPr>
        <p:spPr>
          <a:xfrm>
            <a:off x="6592824" y="2368296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76" name="Text 51"/>
          <p:cNvSpPr/>
          <p:nvPr/>
        </p:nvSpPr>
        <p:spPr>
          <a:xfrm>
            <a:off x="6592824" y="2364638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</a:t>
            </a:r>
            <a:endParaRPr lang="en-US" sz="650" dirty="0"/>
          </a:p>
        </p:txBody>
      </p:sp>
      <p:sp>
        <p:nvSpPr>
          <p:cNvPr id="77" name="Shape 52"/>
          <p:cNvSpPr/>
          <p:nvPr/>
        </p:nvSpPr>
        <p:spPr>
          <a:xfrm>
            <a:off x="457200" y="3008376"/>
            <a:ext cx="137160" cy="137160"/>
          </a:xfrm>
          <a:prstGeom prst="rect">
            <a:avLst/>
          </a:prstGeom>
          <a:solidFill>
            <a:srgbClr val="8A8177"/>
          </a:solidFill>
          <a:ln/>
        </p:spPr>
      </p:sp>
      <p:sp>
        <p:nvSpPr>
          <p:cNvPr id="78" name="Text 53"/>
          <p:cNvSpPr/>
          <p:nvPr/>
        </p:nvSpPr>
        <p:spPr>
          <a:xfrm>
            <a:off x="667512" y="29443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¥3,000~3,999</a:t>
            </a:r>
            <a:pPr indent="0" marL="0">
              <a:buNone/>
            </a:pPr>
            <a:r>
              <a:rPr lang="en-US" sz="9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11개   ·   메인존</a:t>
            </a:r>
            <a:endParaRPr lang="en-US" sz="1200" dirty="0"/>
          </a:p>
        </p:txBody>
      </p:sp>
      <p:pic>
        <p:nvPicPr>
          <p:cNvPr id="79" name="Image 23" descr="tshirt_thumbs/t_005.jp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57200" y="3255264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80" name="Shape 54"/>
          <p:cNvSpPr/>
          <p:nvPr/>
        </p:nvSpPr>
        <p:spPr>
          <a:xfrm>
            <a:off x="457200" y="3255264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81" name="Text 55"/>
          <p:cNvSpPr/>
          <p:nvPr/>
        </p:nvSpPr>
        <p:spPr>
          <a:xfrm>
            <a:off x="457200" y="3251606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650" dirty="0"/>
          </a:p>
        </p:txBody>
      </p:sp>
      <p:pic>
        <p:nvPicPr>
          <p:cNvPr id="82" name="Image 24" descr="tshirt_thumbs/t_008.jp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14984" y="3255264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83" name="Shape 56"/>
          <p:cNvSpPr/>
          <p:nvPr/>
        </p:nvSpPr>
        <p:spPr>
          <a:xfrm>
            <a:off x="1014984" y="3255264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84" name="Text 57"/>
          <p:cNvSpPr/>
          <p:nvPr/>
        </p:nvSpPr>
        <p:spPr>
          <a:xfrm>
            <a:off x="1014984" y="3251606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650" dirty="0"/>
          </a:p>
        </p:txBody>
      </p:sp>
      <p:pic>
        <p:nvPicPr>
          <p:cNvPr id="85" name="Image 25" descr="tshirt_thumbs/t_012.jp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572768" y="3255264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86" name="Shape 58"/>
          <p:cNvSpPr/>
          <p:nvPr/>
        </p:nvSpPr>
        <p:spPr>
          <a:xfrm>
            <a:off x="1572768" y="3255264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87" name="Text 59"/>
          <p:cNvSpPr/>
          <p:nvPr/>
        </p:nvSpPr>
        <p:spPr>
          <a:xfrm>
            <a:off x="1572768" y="3251606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650" dirty="0"/>
          </a:p>
        </p:txBody>
      </p:sp>
      <p:pic>
        <p:nvPicPr>
          <p:cNvPr id="88" name="Image 26" descr="tshirt_thumbs/t_013.jp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130552" y="3255264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89" name="Shape 60"/>
          <p:cNvSpPr/>
          <p:nvPr/>
        </p:nvSpPr>
        <p:spPr>
          <a:xfrm>
            <a:off x="2130552" y="3255264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90" name="Text 61"/>
          <p:cNvSpPr/>
          <p:nvPr/>
        </p:nvSpPr>
        <p:spPr>
          <a:xfrm>
            <a:off x="2130552" y="3251606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650" dirty="0"/>
          </a:p>
        </p:txBody>
      </p:sp>
      <p:pic>
        <p:nvPicPr>
          <p:cNvPr id="91" name="Image 27" descr="tshirt_thumbs/t_022.jp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688336" y="3255264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92" name="Shape 62"/>
          <p:cNvSpPr/>
          <p:nvPr/>
        </p:nvSpPr>
        <p:spPr>
          <a:xfrm>
            <a:off x="2688336" y="3255264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93" name="Text 63"/>
          <p:cNvSpPr/>
          <p:nvPr/>
        </p:nvSpPr>
        <p:spPr>
          <a:xfrm>
            <a:off x="2688336" y="3251606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650" dirty="0"/>
          </a:p>
        </p:txBody>
      </p:sp>
      <p:pic>
        <p:nvPicPr>
          <p:cNvPr id="94" name="Image 28" descr="tshirt_thumbs/t_025.jp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246120" y="3255264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95" name="Shape 64"/>
          <p:cNvSpPr/>
          <p:nvPr/>
        </p:nvSpPr>
        <p:spPr>
          <a:xfrm>
            <a:off x="3246120" y="3255264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96" name="Text 65"/>
          <p:cNvSpPr/>
          <p:nvPr/>
        </p:nvSpPr>
        <p:spPr>
          <a:xfrm>
            <a:off x="3246120" y="3251606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650" dirty="0"/>
          </a:p>
        </p:txBody>
      </p:sp>
      <p:pic>
        <p:nvPicPr>
          <p:cNvPr id="97" name="Image 29" descr="tshirt_thumbs/t_034.jp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803904" y="3255264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98" name="Shape 66"/>
          <p:cNvSpPr/>
          <p:nvPr/>
        </p:nvSpPr>
        <p:spPr>
          <a:xfrm>
            <a:off x="3803904" y="3255264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99" name="Text 67"/>
          <p:cNvSpPr/>
          <p:nvPr/>
        </p:nvSpPr>
        <p:spPr>
          <a:xfrm>
            <a:off x="3803904" y="3251606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</a:t>
            </a:r>
            <a:endParaRPr lang="en-US" sz="650" dirty="0"/>
          </a:p>
        </p:txBody>
      </p:sp>
      <p:pic>
        <p:nvPicPr>
          <p:cNvPr id="100" name="Image 30" descr="tshirt_thumbs/t_039.jp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361688" y="3255264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01" name="Shape 68"/>
          <p:cNvSpPr/>
          <p:nvPr/>
        </p:nvSpPr>
        <p:spPr>
          <a:xfrm>
            <a:off x="4361688" y="3255264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02" name="Text 69"/>
          <p:cNvSpPr/>
          <p:nvPr/>
        </p:nvSpPr>
        <p:spPr>
          <a:xfrm>
            <a:off x="4361688" y="3251606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</a:t>
            </a:r>
            <a:endParaRPr lang="en-US" sz="650" dirty="0"/>
          </a:p>
        </p:txBody>
      </p:sp>
      <p:pic>
        <p:nvPicPr>
          <p:cNvPr id="103" name="Image 31" descr="tshirt_thumbs/t_044.jp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919472" y="3255264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04" name="Shape 70"/>
          <p:cNvSpPr/>
          <p:nvPr/>
        </p:nvSpPr>
        <p:spPr>
          <a:xfrm>
            <a:off x="4919472" y="3255264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05" name="Text 71"/>
          <p:cNvSpPr/>
          <p:nvPr/>
        </p:nvSpPr>
        <p:spPr>
          <a:xfrm>
            <a:off x="4919472" y="3251606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</a:t>
            </a:r>
            <a:endParaRPr lang="en-US" sz="650" dirty="0"/>
          </a:p>
        </p:txBody>
      </p:sp>
      <p:pic>
        <p:nvPicPr>
          <p:cNvPr id="106" name="Image 32" descr="tshirt_thumbs/t_046.jp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477256" y="3255264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07" name="Shape 72"/>
          <p:cNvSpPr/>
          <p:nvPr/>
        </p:nvSpPr>
        <p:spPr>
          <a:xfrm>
            <a:off x="5477256" y="3255264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08" name="Text 73"/>
          <p:cNvSpPr/>
          <p:nvPr/>
        </p:nvSpPr>
        <p:spPr>
          <a:xfrm>
            <a:off x="5477256" y="3251606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</a:t>
            </a:r>
            <a:endParaRPr lang="en-US" sz="650" dirty="0"/>
          </a:p>
        </p:txBody>
      </p:sp>
      <p:pic>
        <p:nvPicPr>
          <p:cNvPr id="109" name="Image 33" descr="tshirt_thumbs/t_049.jp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035040" y="3255264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10" name="Shape 74"/>
          <p:cNvSpPr/>
          <p:nvPr/>
        </p:nvSpPr>
        <p:spPr>
          <a:xfrm>
            <a:off x="6035040" y="3255264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11" name="Text 75"/>
          <p:cNvSpPr/>
          <p:nvPr/>
        </p:nvSpPr>
        <p:spPr>
          <a:xfrm>
            <a:off x="6035040" y="3251606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49</a:t>
            </a:r>
            <a:endParaRPr lang="en-US" sz="650" dirty="0"/>
          </a:p>
        </p:txBody>
      </p:sp>
      <p:sp>
        <p:nvSpPr>
          <p:cNvPr id="112" name="Shape 76"/>
          <p:cNvSpPr/>
          <p:nvPr/>
        </p:nvSpPr>
        <p:spPr>
          <a:xfrm>
            <a:off x="457200" y="3895344"/>
            <a:ext cx="137160" cy="137160"/>
          </a:xfrm>
          <a:prstGeom prst="rect">
            <a:avLst/>
          </a:prstGeom>
          <a:solidFill>
            <a:srgbClr val="B99B6B"/>
          </a:solidFill>
          <a:ln/>
        </p:spPr>
      </p:sp>
      <p:sp>
        <p:nvSpPr>
          <p:cNvPr id="113" name="Text 77"/>
          <p:cNvSpPr/>
          <p:nvPr/>
        </p:nvSpPr>
        <p:spPr>
          <a:xfrm>
            <a:off x="667512" y="3831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¥4,000~5,999</a:t>
            </a:r>
            <a:pPr indent="0" marL="0">
              <a:buNone/>
            </a:pPr>
            <a:r>
              <a:rPr lang="en-US" sz="9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11개</a:t>
            </a:r>
            <a:endParaRPr lang="en-US" sz="1200" dirty="0"/>
          </a:p>
        </p:txBody>
      </p:sp>
      <p:pic>
        <p:nvPicPr>
          <p:cNvPr id="114" name="Image 34" descr="tshirt_thumbs/t_002.jp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57200" y="4142232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15" name="Shape 78"/>
          <p:cNvSpPr/>
          <p:nvPr/>
        </p:nvSpPr>
        <p:spPr>
          <a:xfrm>
            <a:off x="457200" y="4142232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16" name="Text 79"/>
          <p:cNvSpPr/>
          <p:nvPr/>
        </p:nvSpPr>
        <p:spPr>
          <a:xfrm>
            <a:off x="457200" y="4138574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650" dirty="0"/>
          </a:p>
        </p:txBody>
      </p:sp>
      <p:pic>
        <p:nvPicPr>
          <p:cNvPr id="117" name="Image 35" descr="tshirt_thumbs/t_004.jp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014984" y="4142232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18" name="Shape 80"/>
          <p:cNvSpPr/>
          <p:nvPr/>
        </p:nvSpPr>
        <p:spPr>
          <a:xfrm>
            <a:off x="1014984" y="4142232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19" name="Text 81"/>
          <p:cNvSpPr/>
          <p:nvPr/>
        </p:nvSpPr>
        <p:spPr>
          <a:xfrm>
            <a:off x="1014984" y="4138574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650" dirty="0"/>
          </a:p>
        </p:txBody>
      </p:sp>
      <p:pic>
        <p:nvPicPr>
          <p:cNvPr id="120" name="Image 36" descr="tshirt_thumbs/t_014.jp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572768" y="4142232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21" name="Shape 82"/>
          <p:cNvSpPr/>
          <p:nvPr/>
        </p:nvSpPr>
        <p:spPr>
          <a:xfrm>
            <a:off x="1572768" y="4142232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22" name="Text 83"/>
          <p:cNvSpPr/>
          <p:nvPr/>
        </p:nvSpPr>
        <p:spPr>
          <a:xfrm>
            <a:off x="1572768" y="4138574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650" dirty="0"/>
          </a:p>
        </p:txBody>
      </p:sp>
      <p:pic>
        <p:nvPicPr>
          <p:cNvPr id="123" name="Image 37" descr="tshirt_thumbs/t_015.jp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2130552" y="4142232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24" name="Shape 84"/>
          <p:cNvSpPr/>
          <p:nvPr/>
        </p:nvSpPr>
        <p:spPr>
          <a:xfrm>
            <a:off x="2130552" y="4142232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25" name="Text 85"/>
          <p:cNvSpPr/>
          <p:nvPr/>
        </p:nvSpPr>
        <p:spPr>
          <a:xfrm>
            <a:off x="2130552" y="4138574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650" dirty="0"/>
          </a:p>
        </p:txBody>
      </p:sp>
      <p:pic>
        <p:nvPicPr>
          <p:cNvPr id="126" name="Image 38" descr="tshirt_thumbs/t_016.jp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2688336" y="4142232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27" name="Shape 86"/>
          <p:cNvSpPr/>
          <p:nvPr/>
        </p:nvSpPr>
        <p:spPr>
          <a:xfrm>
            <a:off x="2688336" y="4142232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28" name="Text 87"/>
          <p:cNvSpPr/>
          <p:nvPr/>
        </p:nvSpPr>
        <p:spPr>
          <a:xfrm>
            <a:off x="2688336" y="4138574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650" dirty="0"/>
          </a:p>
        </p:txBody>
      </p:sp>
      <p:pic>
        <p:nvPicPr>
          <p:cNvPr id="129" name="Image 39" descr="tshirt_thumbs/t_018.jp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3246120" y="4142232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30" name="Shape 88"/>
          <p:cNvSpPr/>
          <p:nvPr/>
        </p:nvSpPr>
        <p:spPr>
          <a:xfrm>
            <a:off x="3246120" y="4142232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31" name="Text 89"/>
          <p:cNvSpPr/>
          <p:nvPr/>
        </p:nvSpPr>
        <p:spPr>
          <a:xfrm>
            <a:off x="3246120" y="4138574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650" dirty="0"/>
          </a:p>
        </p:txBody>
      </p:sp>
      <p:pic>
        <p:nvPicPr>
          <p:cNvPr id="132" name="Image 40" descr="tshirt_thumbs/t_020.jp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3803904" y="4142232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33" name="Shape 90"/>
          <p:cNvSpPr/>
          <p:nvPr/>
        </p:nvSpPr>
        <p:spPr>
          <a:xfrm>
            <a:off x="3803904" y="4142232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34" name="Text 91"/>
          <p:cNvSpPr/>
          <p:nvPr/>
        </p:nvSpPr>
        <p:spPr>
          <a:xfrm>
            <a:off x="3803904" y="4138574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650" dirty="0"/>
          </a:p>
        </p:txBody>
      </p:sp>
      <p:pic>
        <p:nvPicPr>
          <p:cNvPr id="135" name="Image 41" descr="tshirt_thumbs/t_024.jp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4361688" y="4142232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36" name="Shape 92"/>
          <p:cNvSpPr/>
          <p:nvPr/>
        </p:nvSpPr>
        <p:spPr>
          <a:xfrm>
            <a:off x="4361688" y="4142232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37" name="Text 93"/>
          <p:cNvSpPr/>
          <p:nvPr/>
        </p:nvSpPr>
        <p:spPr>
          <a:xfrm>
            <a:off x="4361688" y="4138574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650" dirty="0"/>
          </a:p>
        </p:txBody>
      </p:sp>
      <p:pic>
        <p:nvPicPr>
          <p:cNvPr id="138" name="Image 42" descr="tshirt_thumbs/t_030.jp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4919472" y="4142232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39" name="Shape 94"/>
          <p:cNvSpPr/>
          <p:nvPr/>
        </p:nvSpPr>
        <p:spPr>
          <a:xfrm>
            <a:off x="4919472" y="4142232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40" name="Text 95"/>
          <p:cNvSpPr/>
          <p:nvPr/>
        </p:nvSpPr>
        <p:spPr>
          <a:xfrm>
            <a:off x="4919472" y="4138574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</a:t>
            </a:r>
            <a:endParaRPr lang="en-US" sz="650" dirty="0"/>
          </a:p>
        </p:txBody>
      </p:sp>
      <p:pic>
        <p:nvPicPr>
          <p:cNvPr id="141" name="Image 43" descr="tshirt_thumbs/t_035.jp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5477256" y="4142232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42" name="Shape 96"/>
          <p:cNvSpPr/>
          <p:nvPr/>
        </p:nvSpPr>
        <p:spPr>
          <a:xfrm>
            <a:off x="5477256" y="4142232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43" name="Text 97"/>
          <p:cNvSpPr/>
          <p:nvPr/>
        </p:nvSpPr>
        <p:spPr>
          <a:xfrm>
            <a:off x="5477256" y="4138574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</a:t>
            </a:r>
            <a:endParaRPr lang="en-US" sz="650" dirty="0"/>
          </a:p>
        </p:txBody>
      </p:sp>
      <p:pic>
        <p:nvPicPr>
          <p:cNvPr id="144" name="Image 44" descr="tshirt_thumbs/t_042.jp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6035040" y="4142232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45" name="Shape 98"/>
          <p:cNvSpPr/>
          <p:nvPr/>
        </p:nvSpPr>
        <p:spPr>
          <a:xfrm>
            <a:off x="6035040" y="4142232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46" name="Text 99"/>
          <p:cNvSpPr/>
          <p:nvPr/>
        </p:nvSpPr>
        <p:spPr>
          <a:xfrm>
            <a:off x="6035040" y="4138574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</a:t>
            </a:r>
            <a:endParaRPr lang="en-US" sz="650" dirty="0"/>
          </a:p>
        </p:txBody>
      </p:sp>
      <p:sp>
        <p:nvSpPr>
          <p:cNvPr id="147" name="Shape 100"/>
          <p:cNvSpPr/>
          <p:nvPr/>
        </p:nvSpPr>
        <p:spPr>
          <a:xfrm>
            <a:off x="457200" y="4782312"/>
            <a:ext cx="137160" cy="137160"/>
          </a:xfrm>
          <a:prstGeom prst="rect">
            <a:avLst/>
          </a:prstGeom>
          <a:solidFill>
            <a:srgbClr val="5E7787"/>
          </a:solidFill>
          <a:ln/>
        </p:spPr>
      </p:sp>
      <p:sp>
        <p:nvSpPr>
          <p:cNvPr id="148" name="Text 101"/>
          <p:cNvSpPr/>
          <p:nvPr/>
        </p:nvSpPr>
        <p:spPr>
          <a:xfrm>
            <a:off x="667512" y="4718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¥6,000 이상</a:t>
            </a:r>
            <a:pPr indent="0" marL="0">
              <a:buNone/>
            </a:pPr>
            <a:r>
              <a:rPr lang="en-US" sz="9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5개   ·   디자이너존</a:t>
            </a:r>
            <a:endParaRPr lang="en-US" sz="1200" dirty="0"/>
          </a:p>
        </p:txBody>
      </p:sp>
      <p:pic>
        <p:nvPicPr>
          <p:cNvPr id="149" name="Image 45" descr="tshirt_thumbs/t_001.jp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457200" y="5029200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50" name="Shape 102"/>
          <p:cNvSpPr/>
          <p:nvPr/>
        </p:nvSpPr>
        <p:spPr>
          <a:xfrm>
            <a:off x="457200" y="5029200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51" name="Text 103"/>
          <p:cNvSpPr/>
          <p:nvPr/>
        </p:nvSpPr>
        <p:spPr>
          <a:xfrm>
            <a:off x="457200" y="5025542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650" dirty="0"/>
          </a:p>
        </p:txBody>
      </p:sp>
      <p:pic>
        <p:nvPicPr>
          <p:cNvPr id="152" name="Image 46" descr="tshirt_thumbs/t_011.jp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1014984" y="5029200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53" name="Shape 104"/>
          <p:cNvSpPr/>
          <p:nvPr/>
        </p:nvSpPr>
        <p:spPr>
          <a:xfrm>
            <a:off x="1014984" y="5029200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54" name="Text 105"/>
          <p:cNvSpPr/>
          <p:nvPr/>
        </p:nvSpPr>
        <p:spPr>
          <a:xfrm>
            <a:off x="1014984" y="5025542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650" dirty="0"/>
          </a:p>
        </p:txBody>
      </p:sp>
      <p:pic>
        <p:nvPicPr>
          <p:cNvPr id="155" name="Image 47" descr="tshirt_thumbs/t_029.jp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572768" y="5029200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56" name="Shape 106"/>
          <p:cNvSpPr/>
          <p:nvPr/>
        </p:nvSpPr>
        <p:spPr>
          <a:xfrm>
            <a:off x="1572768" y="5029200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57" name="Text 107"/>
          <p:cNvSpPr/>
          <p:nvPr/>
        </p:nvSpPr>
        <p:spPr>
          <a:xfrm>
            <a:off x="1572768" y="5025542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</a:t>
            </a:r>
            <a:endParaRPr lang="en-US" sz="650" dirty="0"/>
          </a:p>
        </p:txBody>
      </p:sp>
      <p:pic>
        <p:nvPicPr>
          <p:cNvPr id="158" name="Image 48" descr="tshirt_thumbs/t_036.jp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2130552" y="5029200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59" name="Shape 108"/>
          <p:cNvSpPr/>
          <p:nvPr/>
        </p:nvSpPr>
        <p:spPr>
          <a:xfrm>
            <a:off x="2130552" y="5029200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60" name="Text 109"/>
          <p:cNvSpPr/>
          <p:nvPr/>
        </p:nvSpPr>
        <p:spPr>
          <a:xfrm>
            <a:off x="2130552" y="5025542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</a:t>
            </a:r>
            <a:endParaRPr lang="en-US" sz="650" dirty="0"/>
          </a:p>
        </p:txBody>
      </p:sp>
      <p:pic>
        <p:nvPicPr>
          <p:cNvPr id="161" name="Image 49" descr="tshirt_thumbs/t_048.jp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2688336" y="5029200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62" name="Shape 110"/>
          <p:cNvSpPr/>
          <p:nvPr/>
        </p:nvSpPr>
        <p:spPr>
          <a:xfrm>
            <a:off x="2688336" y="5029200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63" name="Text 111"/>
          <p:cNvSpPr/>
          <p:nvPr/>
        </p:nvSpPr>
        <p:spPr>
          <a:xfrm>
            <a:off x="2688336" y="5025542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</a:t>
            </a:r>
            <a:endParaRPr lang="en-US" sz="650" dirty="0"/>
          </a:p>
        </p:txBody>
      </p:sp>
      <p:sp>
        <p:nvSpPr>
          <p:cNvPr id="164" name="Text 112"/>
          <p:cNvSpPr/>
          <p:nvPr/>
        </p:nvSpPr>
        <p:spPr>
          <a:xfrm>
            <a:off x="457200" y="6053328"/>
            <a:ext cx="11338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저가(~¥1,999) 11개 · 중가(¥2,000~3,999) 23개 · ¥4,000+ 16개 · 평균 ¥3,563 / 중앙값 ¥3,195.5 (Top 50 기준)</a:t>
            </a:r>
            <a:endParaRPr lang="en-US" sz="1000" dirty="0"/>
          </a:p>
        </p:txBody>
      </p:sp>
      <p:sp>
        <p:nvSpPr>
          <p:cNvPr id="165" name="Text 113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PRINT · 프린트/패턴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무지·솔리드  (1/3)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112471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프린트·로고 없음(소재·핏으로 차별화)   ·   25개</a:t>
            </a:r>
            <a:endParaRPr lang="en-US" sz="1150" dirty="0"/>
          </a:p>
        </p:txBody>
      </p:sp>
      <p:pic>
        <p:nvPicPr>
          <p:cNvPr id="5" name="Image 0" descr="tshirt_thumbs/t_0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728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156728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156728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47584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URBAN RESEARCH Sonny Label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47584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¥4,158</a:t>
            </a:r>
            <a:endParaRPr lang="en-US" sz="950" dirty="0"/>
          </a:p>
        </p:txBody>
      </p:sp>
      <p:pic>
        <p:nvPicPr>
          <p:cNvPr id="10" name="Image 1" descr="tshirt_thumbs/t_006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894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1" name="Shape 7"/>
          <p:cNvSpPr/>
          <p:nvPr/>
        </p:nvSpPr>
        <p:spPr>
          <a:xfrm>
            <a:off x="341894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341894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32750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classicalelf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32750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¥1,999</a:t>
            </a:r>
            <a:endParaRPr lang="en-US" sz="950" dirty="0"/>
          </a:p>
        </p:txBody>
      </p:sp>
      <p:pic>
        <p:nvPicPr>
          <p:cNvPr id="15" name="Image 2" descr="tshirt_thumbs/t_007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60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6" name="Shape 11"/>
          <p:cNvSpPr/>
          <p:nvPr/>
        </p:nvSpPr>
        <p:spPr>
          <a:xfrm>
            <a:off x="527060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527060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517916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RANAN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517916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¥2,399</a:t>
            </a:r>
            <a:endParaRPr lang="en-US" sz="950" dirty="0"/>
          </a:p>
        </p:txBody>
      </p:sp>
      <p:pic>
        <p:nvPicPr>
          <p:cNvPr id="20" name="Image 3" descr="tshirt_thumbs/t_008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226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21" name="Shape 15"/>
          <p:cNvSpPr/>
          <p:nvPr/>
        </p:nvSpPr>
        <p:spPr>
          <a:xfrm>
            <a:off x="712226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22" name="Text 16"/>
          <p:cNvSpPr/>
          <p:nvPr/>
        </p:nvSpPr>
        <p:spPr>
          <a:xfrm>
            <a:off x="712226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703082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NOGLE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703082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¥3,960</a:t>
            </a:r>
            <a:endParaRPr lang="en-US" sz="950" dirty="0"/>
          </a:p>
        </p:txBody>
      </p:sp>
      <p:pic>
        <p:nvPicPr>
          <p:cNvPr id="25" name="Image 4" descr="tshirt_thumbs/t_011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392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26" name="Shape 19"/>
          <p:cNvSpPr/>
          <p:nvPr/>
        </p:nvSpPr>
        <p:spPr>
          <a:xfrm>
            <a:off x="897392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27" name="Text 20"/>
          <p:cNvSpPr/>
          <p:nvPr/>
        </p:nvSpPr>
        <p:spPr>
          <a:xfrm>
            <a:off x="897392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888248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Kastane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888248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¥7,590</a:t>
            </a:r>
            <a:endParaRPr lang="en-US" sz="950" dirty="0"/>
          </a:p>
        </p:txBody>
      </p:sp>
      <p:pic>
        <p:nvPicPr>
          <p:cNvPr id="30" name="Image 5" descr="tshirt_thumbs/t_013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728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31" name="Shape 23"/>
          <p:cNvSpPr/>
          <p:nvPr/>
        </p:nvSpPr>
        <p:spPr>
          <a:xfrm>
            <a:off x="156728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32" name="Text 24"/>
          <p:cNvSpPr/>
          <p:nvPr/>
        </p:nvSpPr>
        <p:spPr>
          <a:xfrm>
            <a:off x="156728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147584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GLOBAL WORK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147584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¥3,192</a:t>
            </a:r>
            <a:endParaRPr lang="en-US" sz="950" dirty="0"/>
          </a:p>
        </p:txBody>
      </p:sp>
      <p:pic>
        <p:nvPicPr>
          <p:cNvPr id="35" name="Image 6" descr="tshirt_thumbs/t_015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894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36" name="Shape 27"/>
          <p:cNvSpPr/>
          <p:nvPr/>
        </p:nvSpPr>
        <p:spPr>
          <a:xfrm>
            <a:off x="341894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37" name="Text 28"/>
          <p:cNvSpPr/>
          <p:nvPr/>
        </p:nvSpPr>
        <p:spPr>
          <a:xfrm>
            <a:off x="341894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00" dirty="0"/>
          </a:p>
        </p:txBody>
      </p:sp>
      <p:sp>
        <p:nvSpPr>
          <p:cNvPr id="38" name="Text 29"/>
          <p:cNvSpPr/>
          <p:nvPr/>
        </p:nvSpPr>
        <p:spPr>
          <a:xfrm>
            <a:off x="332750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Emma Taylor</a:t>
            </a:r>
            <a:endParaRPr lang="en-US" sz="1000" dirty="0"/>
          </a:p>
        </p:txBody>
      </p:sp>
      <p:sp>
        <p:nvSpPr>
          <p:cNvPr id="39" name="Text 30"/>
          <p:cNvSpPr/>
          <p:nvPr/>
        </p:nvSpPr>
        <p:spPr>
          <a:xfrm>
            <a:off x="332750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¥4,950</a:t>
            </a:r>
            <a:endParaRPr lang="en-US" sz="950" dirty="0"/>
          </a:p>
        </p:txBody>
      </p:sp>
      <p:pic>
        <p:nvPicPr>
          <p:cNvPr id="40" name="Image 7" descr="tshirt_thumbs/t_016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7060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41" name="Shape 31"/>
          <p:cNvSpPr/>
          <p:nvPr/>
        </p:nvSpPr>
        <p:spPr>
          <a:xfrm>
            <a:off x="527060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42" name="Text 32"/>
          <p:cNvSpPr/>
          <p:nvPr/>
        </p:nvSpPr>
        <p:spPr>
          <a:xfrm>
            <a:off x="527060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000" dirty="0"/>
          </a:p>
        </p:txBody>
      </p:sp>
      <p:sp>
        <p:nvSpPr>
          <p:cNvPr id="43" name="Text 33"/>
          <p:cNvSpPr/>
          <p:nvPr/>
        </p:nvSpPr>
        <p:spPr>
          <a:xfrm>
            <a:off x="517916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ISOOK</a:t>
            </a:r>
            <a:endParaRPr lang="en-US" sz="1000" dirty="0"/>
          </a:p>
        </p:txBody>
      </p:sp>
      <p:sp>
        <p:nvSpPr>
          <p:cNvPr id="44" name="Text 34"/>
          <p:cNvSpPr/>
          <p:nvPr/>
        </p:nvSpPr>
        <p:spPr>
          <a:xfrm>
            <a:off x="517916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¥4,979</a:t>
            </a:r>
            <a:endParaRPr lang="en-US" sz="950" dirty="0"/>
          </a:p>
        </p:txBody>
      </p:sp>
      <p:pic>
        <p:nvPicPr>
          <p:cNvPr id="45" name="Image 8" descr="tshirt_thumbs/t_017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2226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46" name="Shape 35"/>
          <p:cNvSpPr/>
          <p:nvPr/>
        </p:nvSpPr>
        <p:spPr>
          <a:xfrm>
            <a:off x="712226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47" name="Text 36"/>
          <p:cNvSpPr/>
          <p:nvPr/>
        </p:nvSpPr>
        <p:spPr>
          <a:xfrm>
            <a:off x="712226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000" dirty="0"/>
          </a:p>
        </p:txBody>
      </p:sp>
      <p:sp>
        <p:nvSpPr>
          <p:cNvPr id="48" name="Text 37"/>
          <p:cNvSpPr/>
          <p:nvPr/>
        </p:nvSpPr>
        <p:spPr>
          <a:xfrm>
            <a:off x="703082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Ada.</a:t>
            </a:r>
            <a:endParaRPr lang="en-US" sz="1000" dirty="0"/>
          </a:p>
        </p:txBody>
      </p:sp>
      <p:sp>
        <p:nvSpPr>
          <p:cNvPr id="49" name="Text 38"/>
          <p:cNvSpPr/>
          <p:nvPr/>
        </p:nvSpPr>
        <p:spPr>
          <a:xfrm>
            <a:off x="703082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¥2,200</a:t>
            </a:r>
            <a:endParaRPr lang="en-US" sz="950" dirty="0"/>
          </a:p>
        </p:txBody>
      </p:sp>
      <p:pic>
        <p:nvPicPr>
          <p:cNvPr id="50" name="Image 9" descr="tshirt_thumbs/t_018.jp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7392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51" name="Shape 39"/>
          <p:cNvSpPr/>
          <p:nvPr/>
        </p:nvSpPr>
        <p:spPr>
          <a:xfrm>
            <a:off x="897392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52" name="Text 40"/>
          <p:cNvSpPr/>
          <p:nvPr/>
        </p:nvSpPr>
        <p:spPr>
          <a:xfrm>
            <a:off x="897392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1000" dirty="0"/>
          </a:p>
        </p:txBody>
      </p:sp>
      <p:sp>
        <p:nvSpPr>
          <p:cNvPr id="53" name="Text 41"/>
          <p:cNvSpPr/>
          <p:nvPr/>
        </p:nvSpPr>
        <p:spPr>
          <a:xfrm>
            <a:off x="888248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Bonjour Sagan</a:t>
            </a:r>
            <a:endParaRPr lang="en-US" sz="1000" dirty="0"/>
          </a:p>
        </p:txBody>
      </p:sp>
      <p:sp>
        <p:nvSpPr>
          <p:cNvPr id="54" name="Text 42"/>
          <p:cNvSpPr/>
          <p:nvPr/>
        </p:nvSpPr>
        <p:spPr>
          <a:xfrm>
            <a:off x="888248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¥5,346</a:t>
            </a:r>
            <a:endParaRPr lang="en-US" sz="950" dirty="0"/>
          </a:p>
        </p:txBody>
      </p:sp>
      <p:sp>
        <p:nvSpPr>
          <p:cNvPr id="55" name="Text 43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PRINT · 프린트/패턴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무지·솔리드  (2/3)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112471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프린트·로고 없음(소재·핏으로 차별화)   ·   25개</a:t>
            </a:r>
            <a:endParaRPr lang="en-US" sz="1150" dirty="0"/>
          </a:p>
        </p:txBody>
      </p:sp>
      <p:pic>
        <p:nvPicPr>
          <p:cNvPr id="5" name="Image 0" descr="tshirt_thumbs/t_02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728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156728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156728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47584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URBAN RESEARCH Sonny Label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47584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¥3,575</a:t>
            </a:r>
            <a:endParaRPr lang="en-US" sz="950" dirty="0"/>
          </a:p>
        </p:txBody>
      </p:sp>
      <p:pic>
        <p:nvPicPr>
          <p:cNvPr id="10" name="Image 1" descr="tshirt_thumbs/t_024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894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1" name="Shape 7"/>
          <p:cNvSpPr/>
          <p:nvPr/>
        </p:nvSpPr>
        <p:spPr>
          <a:xfrm>
            <a:off x="341894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341894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32750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FREAK'S STORE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32750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¥4,245</a:t>
            </a:r>
            <a:endParaRPr lang="en-US" sz="950" dirty="0"/>
          </a:p>
        </p:txBody>
      </p:sp>
      <p:pic>
        <p:nvPicPr>
          <p:cNvPr id="15" name="Image 2" descr="tshirt_thumbs/t_025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60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6" name="Shape 11"/>
          <p:cNvSpPr/>
          <p:nvPr/>
        </p:nvSpPr>
        <p:spPr>
          <a:xfrm>
            <a:off x="527060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527060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517916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URBAN RESEARCH Sonny Label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517916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¥3,465</a:t>
            </a:r>
            <a:endParaRPr lang="en-US" sz="950" dirty="0"/>
          </a:p>
        </p:txBody>
      </p:sp>
      <p:pic>
        <p:nvPicPr>
          <p:cNvPr id="20" name="Image 3" descr="tshirt_thumbs/t_026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226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21" name="Shape 15"/>
          <p:cNvSpPr/>
          <p:nvPr/>
        </p:nvSpPr>
        <p:spPr>
          <a:xfrm>
            <a:off x="712226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22" name="Text 16"/>
          <p:cNvSpPr/>
          <p:nvPr/>
        </p:nvSpPr>
        <p:spPr>
          <a:xfrm>
            <a:off x="712226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703082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me+em select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703082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¥2,999</a:t>
            </a:r>
            <a:endParaRPr lang="en-US" sz="950" dirty="0"/>
          </a:p>
        </p:txBody>
      </p:sp>
      <p:pic>
        <p:nvPicPr>
          <p:cNvPr id="25" name="Image 4" descr="tshirt_thumbs/t_027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392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26" name="Shape 19"/>
          <p:cNvSpPr/>
          <p:nvPr/>
        </p:nvSpPr>
        <p:spPr>
          <a:xfrm>
            <a:off x="897392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27" name="Text 20"/>
          <p:cNvSpPr/>
          <p:nvPr/>
        </p:nvSpPr>
        <p:spPr>
          <a:xfrm>
            <a:off x="897392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888248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Ada.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888248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¥2,990</a:t>
            </a:r>
            <a:endParaRPr lang="en-US" sz="950" dirty="0"/>
          </a:p>
        </p:txBody>
      </p:sp>
      <p:pic>
        <p:nvPicPr>
          <p:cNvPr id="30" name="Image 5" descr="tshirt_thumbs/t_033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728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31" name="Shape 23"/>
          <p:cNvSpPr/>
          <p:nvPr/>
        </p:nvSpPr>
        <p:spPr>
          <a:xfrm>
            <a:off x="156728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32" name="Text 24"/>
          <p:cNvSpPr/>
          <p:nvPr/>
        </p:nvSpPr>
        <p:spPr>
          <a:xfrm>
            <a:off x="156728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147584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Re:EDIT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147584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¥2,799</a:t>
            </a:r>
            <a:endParaRPr lang="en-US" sz="950" dirty="0"/>
          </a:p>
        </p:txBody>
      </p:sp>
      <p:pic>
        <p:nvPicPr>
          <p:cNvPr id="35" name="Image 6" descr="tshirt_thumbs/t_035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894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36" name="Shape 27"/>
          <p:cNvSpPr/>
          <p:nvPr/>
        </p:nvSpPr>
        <p:spPr>
          <a:xfrm>
            <a:off x="341894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37" name="Text 28"/>
          <p:cNvSpPr/>
          <p:nvPr/>
        </p:nvSpPr>
        <p:spPr>
          <a:xfrm>
            <a:off x="341894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</a:t>
            </a:r>
            <a:endParaRPr lang="en-US" sz="1000" dirty="0"/>
          </a:p>
        </p:txBody>
      </p:sp>
      <p:sp>
        <p:nvSpPr>
          <p:cNvPr id="38" name="Text 29"/>
          <p:cNvSpPr/>
          <p:nvPr/>
        </p:nvSpPr>
        <p:spPr>
          <a:xfrm>
            <a:off x="332750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yae</a:t>
            </a:r>
            <a:endParaRPr lang="en-US" sz="1000" dirty="0"/>
          </a:p>
        </p:txBody>
      </p:sp>
      <p:sp>
        <p:nvSpPr>
          <p:cNvPr id="39" name="Text 30"/>
          <p:cNvSpPr/>
          <p:nvPr/>
        </p:nvSpPr>
        <p:spPr>
          <a:xfrm>
            <a:off x="332750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¥5,236</a:t>
            </a:r>
            <a:endParaRPr lang="en-US" sz="950" dirty="0"/>
          </a:p>
        </p:txBody>
      </p:sp>
      <p:pic>
        <p:nvPicPr>
          <p:cNvPr id="40" name="Image 7" descr="tshirt_thumbs/t_037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7060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41" name="Shape 31"/>
          <p:cNvSpPr/>
          <p:nvPr/>
        </p:nvSpPr>
        <p:spPr>
          <a:xfrm>
            <a:off x="527060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42" name="Text 32"/>
          <p:cNvSpPr/>
          <p:nvPr/>
        </p:nvSpPr>
        <p:spPr>
          <a:xfrm>
            <a:off x="527060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</a:t>
            </a:r>
            <a:endParaRPr lang="en-US" sz="1000" dirty="0"/>
          </a:p>
        </p:txBody>
      </p:sp>
      <p:sp>
        <p:nvSpPr>
          <p:cNvPr id="43" name="Text 33"/>
          <p:cNvSpPr/>
          <p:nvPr/>
        </p:nvSpPr>
        <p:spPr>
          <a:xfrm>
            <a:off x="517916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classicalelf</a:t>
            </a:r>
            <a:endParaRPr lang="en-US" sz="1000" dirty="0"/>
          </a:p>
        </p:txBody>
      </p:sp>
      <p:sp>
        <p:nvSpPr>
          <p:cNvPr id="44" name="Text 34"/>
          <p:cNvSpPr/>
          <p:nvPr/>
        </p:nvSpPr>
        <p:spPr>
          <a:xfrm>
            <a:off x="517916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¥1,299</a:t>
            </a:r>
            <a:endParaRPr lang="en-US" sz="950" dirty="0"/>
          </a:p>
        </p:txBody>
      </p:sp>
      <p:pic>
        <p:nvPicPr>
          <p:cNvPr id="45" name="Image 8" descr="tshirt_thumbs/t_040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2226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46" name="Shape 35"/>
          <p:cNvSpPr/>
          <p:nvPr/>
        </p:nvSpPr>
        <p:spPr>
          <a:xfrm>
            <a:off x="712226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47" name="Text 36"/>
          <p:cNvSpPr/>
          <p:nvPr/>
        </p:nvSpPr>
        <p:spPr>
          <a:xfrm>
            <a:off x="712226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</a:t>
            </a:r>
            <a:endParaRPr lang="en-US" sz="1000" dirty="0"/>
          </a:p>
        </p:txBody>
      </p:sp>
      <p:sp>
        <p:nvSpPr>
          <p:cNvPr id="48" name="Text 37"/>
          <p:cNvSpPr/>
          <p:nvPr/>
        </p:nvSpPr>
        <p:spPr>
          <a:xfrm>
            <a:off x="703082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RANAN</a:t>
            </a:r>
            <a:endParaRPr lang="en-US" sz="1000" dirty="0"/>
          </a:p>
        </p:txBody>
      </p:sp>
      <p:sp>
        <p:nvSpPr>
          <p:cNvPr id="49" name="Text 38"/>
          <p:cNvSpPr/>
          <p:nvPr/>
        </p:nvSpPr>
        <p:spPr>
          <a:xfrm>
            <a:off x="703082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¥2,699</a:t>
            </a:r>
            <a:endParaRPr lang="en-US" sz="950" dirty="0"/>
          </a:p>
        </p:txBody>
      </p:sp>
      <p:pic>
        <p:nvPicPr>
          <p:cNvPr id="50" name="Image 9" descr="tshirt_thumbs/t_041.jp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7392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51" name="Shape 39"/>
          <p:cNvSpPr/>
          <p:nvPr/>
        </p:nvSpPr>
        <p:spPr>
          <a:xfrm>
            <a:off x="897392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52" name="Text 40"/>
          <p:cNvSpPr/>
          <p:nvPr/>
        </p:nvSpPr>
        <p:spPr>
          <a:xfrm>
            <a:off x="897392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</a:t>
            </a:r>
            <a:endParaRPr lang="en-US" sz="1000" dirty="0"/>
          </a:p>
        </p:txBody>
      </p:sp>
      <p:sp>
        <p:nvSpPr>
          <p:cNvPr id="53" name="Text 41"/>
          <p:cNvSpPr/>
          <p:nvPr/>
        </p:nvSpPr>
        <p:spPr>
          <a:xfrm>
            <a:off x="888248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LADY LIKE</a:t>
            </a:r>
            <a:endParaRPr lang="en-US" sz="1000" dirty="0"/>
          </a:p>
        </p:txBody>
      </p:sp>
      <p:sp>
        <p:nvSpPr>
          <p:cNvPr id="54" name="Text 42"/>
          <p:cNvSpPr/>
          <p:nvPr/>
        </p:nvSpPr>
        <p:spPr>
          <a:xfrm>
            <a:off x="888248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¥2,319</a:t>
            </a:r>
            <a:endParaRPr lang="en-US" sz="950" dirty="0"/>
          </a:p>
        </p:txBody>
      </p:sp>
      <p:sp>
        <p:nvSpPr>
          <p:cNvPr id="55" name="Text 43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PRINT · 프린트/패턴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무지·솔리드  (3/3)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112471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프린트·로고 없음(소재·핏으로 차별화)   ·   25개</a:t>
            </a:r>
            <a:endParaRPr lang="en-US" sz="1150" dirty="0"/>
          </a:p>
        </p:txBody>
      </p:sp>
      <p:pic>
        <p:nvPicPr>
          <p:cNvPr id="5" name="Image 0" descr="tshirt_thumbs/t_04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311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249311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249311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40167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coen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40167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¥4,510</a:t>
            </a:r>
            <a:endParaRPr lang="en-US" sz="950" dirty="0"/>
          </a:p>
        </p:txBody>
      </p:sp>
      <p:pic>
        <p:nvPicPr>
          <p:cNvPr id="10" name="Image 1" descr="tshirt_thumbs/t_04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477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1" name="Shape 7"/>
          <p:cNvSpPr/>
          <p:nvPr/>
        </p:nvSpPr>
        <p:spPr>
          <a:xfrm>
            <a:off x="434477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434477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25333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classicalelf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25333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¥999</a:t>
            </a:r>
            <a:endParaRPr lang="en-US" sz="950" dirty="0"/>
          </a:p>
        </p:txBody>
      </p:sp>
      <p:pic>
        <p:nvPicPr>
          <p:cNvPr id="15" name="Image 2" descr="tshirt_thumbs/t_044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43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6" name="Shape 11"/>
          <p:cNvSpPr/>
          <p:nvPr/>
        </p:nvSpPr>
        <p:spPr>
          <a:xfrm>
            <a:off x="619643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619643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610499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DISCOAT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610499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¥3,300</a:t>
            </a:r>
            <a:endParaRPr lang="en-US" sz="950" dirty="0"/>
          </a:p>
        </p:txBody>
      </p:sp>
      <p:pic>
        <p:nvPicPr>
          <p:cNvPr id="20" name="Image 3" descr="tshirt_thumbs/t_047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809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21" name="Shape 15"/>
          <p:cNvSpPr/>
          <p:nvPr/>
        </p:nvSpPr>
        <p:spPr>
          <a:xfrm>
            <a:off x="804809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22" name="Text 16"/>
          <p:cNvSpPr/>
          <p:nvPr/>
        </p:nvSpPr>
        <p:spPr>
          <a:xfrm>
            <a:off x="804809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795665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Meiru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795665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¥1,999</a:t>
            </a:r>
            <a:endParaRPr lang="en-US" sz="950" dirty="0"/>
          </a:p>
        </p:txBody>
      </p:sp>
      <p:pic>
        <p:nvPicPr>
          <p:cNvPr id="25" name="Image 4" descr="tshirt_thumbs/t_049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311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26" name="Shape 19"/>
          <p:cNvSpPr/>
          <p:nvPr/>
        </p:nvSpPr>
        <p:spPr>
          <a:xfrm>
            <a:off x="249311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27" name="Text 20"/>
          <p:cNvSpPr/>
          <p:nvPr/>
        </p:nvSpPr>
        <p:spPr>
          <a:xfrm>
            <a:off x="249311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49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240167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Emma Taylor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240167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¥3,850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PRINT · 프린트/패턴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스몰 로고·원포인트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112471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가슴 작은 로고/자수   ·   8개</a:t>
            </a:r>
            <a:endParaRPr lang="en-US" sz="1150" dirty="0"/>
          </a:p>
        </p:txBody>
      </p:sp>
      <p:pic>
        <p:nvPicPr>
          <p:cNvPr id="5" name="Image 0" descr="tshirt_thumbs/t_0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311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249311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249311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40167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MUCENT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40167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¥3,131</a:t>
            </a:r>
            <a:endParaRPr lang="en-US" sz="950" dirty="0"/>
          </a:p>
        </p:txBody>
      </p:sp>
      <p:pic>
        <p:nvPicPr>
          <p:cNvPr id="10" name="Image 1" descr="tshirt_thumbs/t_02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477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1" name="Shape 7"/>
          <p:cNvSpPr/>
          <p:nvPr/>
        </p:nvSpPr>
        <p:spPr>
          <a:xfrm>
            <a:off x="434477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434477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25333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U.S. POLO ASSN.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25333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¥1,890</a:t>
            </a:r>
            <a:endParaRPr lang="en-US" sz="950" dirty="0"/>
          </a:p>
        </p:txBody>
      </p:sp>
      <p:pic>
        <p:nvPicPr>
          <p:cNvPr id="15" name="Image 2" descr="tshirt_thumbs/t_028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43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6" name="Shape 11"/>
          <p:cNvSpPr/>
          <p:nvPr/>
        </p:nvSpPr>
        <p:spPr>
          <a:xfrm>
            <a:off x="619643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619643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610499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TOMMY HILFIGER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610499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¥2,999</a:t>
            </a:r>
            <a:endParaRPr lang="en-US" sz="950" dirty="0"/>
          </a:p>
        </p:txBody>
      </p:sp>
      <p:pic>
        <p:nvPicPr>
          <p:cNvPr id="20" name="Image 3" descr="tshirt_thumbs/t_030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809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21" name="Shape 15"/>
          <p:cNvSpPr/>
          <p:nvPr/>
        </p:nvSpPr>
        <p:spPr>
          <a:xfrm>
            <a:off x="804809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22" name="Text 16"/>
          <p:cNvSpPr/>
          <p:nvPr/>
        </p:nvSpPr>
        <p:spPr>
          <a:xfrm>
            <a:off x="804809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795665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MARY QUANT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795665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¥4,796</a:t>
            </a:r>
            <a:endParaRPr lang="en-US" sz="950" dirty="0"/>
          </a:p>
        </p:txBody>
      </p:sp>
      <p:pic>
        <p:nvPicPr>
          <p:cNvPr id="25" name="Image 4" descr="tshirt_thumbs/t_032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311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26" name="Shape 19"/>
          <p:cNvSpPr/>
          <p:nvPr/>
        </p:nvSpPr>
        <p:spPr>
          <a:xfrm>
            <a:off x="249311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27" name="Text 20"/>
          <p:cNvSpPr/>
          <p:nvPr/>
        </p:nvSpPr>
        <p:spPr>
          <a:xfrm>
            <a:off x="249311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240167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U.S. POLO ASSN.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240167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¥999</a:t>
            </a:r>
            <a:endParaRPr lang="en-US" sz="950" dirty="0"/>
          </a:p>
        </p:txBody>
      </p:sp>
      <p:pic>
        <p:nvPicPr>
          <p:cNvPr id="30" name="Image 5" descr="tshirt_thumbs/t_034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477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31" name="Shape 23"/>
          <p:cNvSpPr/>
          <p:nvPr/>
        </p:nvSpPr>
        <p:spPr>
          <a:xfrm>
            <a:off x="434477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32" name="Text 24"/>
          <p:cNvSpPr/>
          <p:nvPr/>
        </p:nvSpPr>
        <p:spPr>
          <a:xfrm>
            <a:off x="434477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425333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U.S. POLO ASSN.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425333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¥3,199</a:t>
            </a:r>
            <a:endParaRPr lang="en-US" sz="950" dirty="0"/>
          </a:p>
        </p:txBody>
      </p:sp>
      <p:pic>
        <p:nvPicPr>
          <p:cNvPr id="35" name="Image 6" descr="tshirt_thumbs/t_038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643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36" name="Shape 27"/>
          <p:cNvSpPr/>
          <p:nvPr/>
        </p:nvSpPr>
        <p:spPr>
          <a:xfrm>
            <a:off x="619643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37" name="Text 28"/>
          <p:cNvSpPr/>
          <p:nvPr/>
        </p:nvSpPr>
        <p:spPr>
          <a:xfrm>
            <a:off x="619643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</a:t>
            </a:r>
            <a:endParaRPr lang="en-US" sz="1000" dirty="0"/>
          </a:p>
        </p:txBody>
      </p:sp>
      <p:sp>
        <p:nvSpPr>
          <p:cNvPr id="38" name="Text 29"/>
          <p:cNvSpPr/>
          <p:nvPr/>
        </p:nvSpPr>
        <p:spPr>
          <a:xfrm>
            <a:off x="610499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U.S. POLO ASSN.</a:t>
            </a:r>
            <a:endParaRPr lang="en-US" sz="1000" dirty="0"/>
          </a:p>
        </p:txBody>
      </p:sp>
      <p:sp>
        <p:nvSpPr>
          <p:cNvPr id="39" name="Text 30"/>
          <p:cNvSpPr/>
          <p:nvPr/>
        </p:nvSpPr>
        <p:spPr>
          <a:xfrm>
            <a:off x="610499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¥1,990</a:t>
            </a:r>
            <a:endParaRPr lang="en-US" sz="950" dirty="0"/>
          </a:p>
        </p:txBody>
      </p:sp>
      <p:pic>
        <p:nvPicPr>
          <p:cNvPr id="40" name="Image 7" descr="tshirt_thumbs/t_050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809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41" name="Shape 31"/>
          <p:cNvSpPr/>
          <p:nvPr/>
        </p:nvSpPr>
        <p:spPr>
          <a:xfrm>
            <a:off x="804809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42" name="Text 32"/>
          <p:cNvSpPr/>
          <p:nvPr/>
        </p:nvSpPr>
        <p:spPr>
          <a:xfrm>
            <a:off x="804809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</a:t>
            </a:r>
            <a:endParaRPr lang="en-US" sz="1000" dirty="0"/>
          </a:p>
        </p:txBody>
      </p:sp>
      <p:sp>
        <p:nvSpPr>
          <p:cNvPr id="43" name="Text 33"/>
          <p:cNvSpPr/>
          <p:nvPr/>
        </p:nvSpPr>
        <p:spPr>
          <a:xfrm>
            <a:off x="795665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U.S. POLO ASSN.</a:t>
            </a:r>
            <a:endParaRPr lang="en-US" sz="1000" dirty="0"/>
          </a:p>
        </p:txBody>
      </p:sp>
      <p:sp>
        <p:nvSpPr>
          <p:cNvPr id="44" name="Text 34"/>
          <p:cNvSpPr/>
          <p:nvPr/>
        </p:nvSpPr>
        <p:spPr>
          <a:xfrm>
            <a:off x="795665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¥1,760</a:t>
            </a:r>
            <a:endParaRPr lang="en-US" sz="950" dirty="0"/>
          </a:p>
        </p:txBody>
      </p:sp>
      <p:sp>
        <p:nvSpPr>
          <p:cNvPr id="45" name="Text 35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PRINT · 프린트/패턴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빅 로고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112471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크고 대담한 브랜드 로고   ·   2개</a:t>
            </a:r>
            <a:endParaRPr lang="en-US" sz="1150" dirty="0"/>
          </a:p>
        </p:txBody>
      </p:sp>
      <p:pic>
        <p:nvPicPr>
          <p:cNvPr id="5" name="Image 0" descr="tshirt_thumbs/t_0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63544" y="1600200"/>
            <a:ext cx="2331720" cy="2331720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3663544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3663544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572104" y="39593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MIRROR STOKE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572104" y="415137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¥4,400</a:t>
            </a:r>
            <a:endParaRPr lang="en-US" sz="950" dirty="0"/>
          </a:p>
        </p:txBody>
      </p:sp>
      <p:pic>
        <p:nvPicPr>
          <p:cNvPr id="10" name="Image 1" descr="tshirt_thumbs/t_00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6432" y="1600200"/>
            <a:ext cx="2331720" cy="2331720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1" name="Shape 7"/>
          <p:cNvSpPr/>
          <p:nvPr/>
        </p:nvSpPr>
        <p:spPr>
          <a:xfrm>
            <a:off x="619643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619643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6104992" y="39593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mily bilet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6104992" y="415137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¥1,799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PRINT · 프린트/패턴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레터링·바시티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112471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텍스트·슬로건·칼리지   ·   6개</a:t>
            </a:r>
            <a:endParaRPr lang="en-US" sz="1150" dirty="0"/>
          </a:p>
        </p:txBody>
      </p:sp>
      <p:pic>
        <p:nvPicPr>
          <p:cNvPr id="5" name="Image 0" descr="tshirt_thumbs/t_0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311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249311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249311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40167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EIMY ISTOIRE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40167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¥8,910</a:t>
            </a:r>
            <a:endParaRPr lang="en-US" sz="950" dirty="0"/>
          </a:p>
        </p:txBody>
      </p:sp>
      <p:pic>
        <p:nvPicPr>
          <p:cNvPr id="10" name="Image 1" descr="tshirt_thumbs/t_010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477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1" name="Shape 7"/>
          <p:cNvSpPr/>
          <p:nvPr/>
        </p:nvSpPr>
        <p:spPr>
          <a:xfrm>
            <a:off x="434477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434477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25333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Bonjour Sagan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25333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¥2,530</a:t>
            </a:r>
            <a:endParaRPr lang="en-US" sz="950" dirty="0"/>
          </a:p>
        </p:txBody>
      </p:sp>
      <p:pic>
        <p:nvPicPr>
          <p:cNvPr id="15" name="Image 2" descr="tshirt_thumbs/t_020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43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6" name="Shape 11"/>
          <p:cNvSpPr/>
          <p:nvPr/>
        </p:nvSpPr>
        <p:spPr>
          <a:xfrm>
            <a:off x="619643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619643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610499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Marmot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610499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¥5,588</a:t>
            </a:r>
            <a:endParaRPr lang="en-US" sz="950" dirty="0"/>
          </a:p>
        </p:txBody>
      </p:sp>
      <p:pic>
        <p:nvPicPr>
          <p:cNvPr id="20" name="Image 3" descr="tshirt_thumbs/t_02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809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21" name="Shape 15"/>
          <p:cNvSpPr/>
          <p:nvPr/>
        </p:nvSpPr>
        <p:spPr>
          <a:xfrm>
            <a:off x="804809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22" name="Text 16"/>
          <p:cNvSpPr/>
          <p:nvPr/>
        </p:nvSpPr>
        <p:spPr>
          <a:xfrm>
            <a:off x="804809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795665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Java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795665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¥1,999</a:t>
            </a:r>
            <a:endParaRPr lang="en-US" sz="950" dirty="0"/>
          </a:p>
        </p:txBody>
      </p:sp>
      <p:pic>
        <p:nvPicPr>
          <p:cNvPr id="25" name="Image 4" descr="tshirt_thumbs/t_031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311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26" name="Shape 19"/>
          <p:cNvSpPr/>
          <p:nvPr/>
        </p:nvSpPr>
        <p:spPr>
          <a:xfrm>
            <a:off x="249311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27" name="Text 20"/>
          <p:cNvSpPr/>
          <p:nvPr/>
        </p:nvSpPr>
        <p:spPr>
          <a:xfrm>
            <a:off x="249311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240167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mily bilet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240167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¥2,499</a:t>
            </a:r>
            <a:endParaRPr lang="en-US" sz="950" dirty="0"/>
          </a:p>
        </p:txBody>
      </p:sp>
      <p:pic>
        <p:nvPicPr>
          <p:cNvPr id="30" name="Image 5" descr="tshirt_thumbs/t_039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477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31" name="Shape 23"/>
          <p:cNvSpPr/>
          <p:nvPr/>
        </p:nvSpPr>
        <p:spPr>
          <a:xfrm>
            <a:off x="434477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32" name="Text 24"/>
          <p:cNvSpPr/>
          <p:nvPr/>
        </p:nvSpPr>
        <p:spPr>
          <a:xfrm>
            <a:off x="434477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425333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FREAK'S STORE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425333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¥3,394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PRINT · 프린트/패턴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그래픽·아트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112471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회화·캐릭터·심볼   ·   4개</a:t>
            </a:r>
            <a:endParaRPr lang="en-US" sz="1150" dirty="0"/>
          </a:p>
        </p:txBody>
      </p:sp>
      <p:pic>
        <p:nvPicPr>
          <p:cNvPr id="5" name="Image 0" descr="tshirt_thumbs/t_01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656" y="1600200"/>
            <a:ext cx="2331720" cy="2331720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1130656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1130656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39216" y="39593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VIVID LADY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39216" y="415137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¥2,200</a:t>
            </a:r>
            <a:endParaRPr lang="en-US" sz="950" dirty="0"/>
          </a:p>
        </p:txBody>
      </p:sp>
      <p:pic>
        <p:nvPicPr>
          <p:cNvPr id="10" name="Image 1" descr="tshirt_thumbs/t_036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3544" y="1600200"/>
            <a:ext cx="2331720" cy="2331720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1" name="Shape 7"/>
          <p:cNvSpPr/>
          <p:nvPr/>
        </p:nvSpPr>
        <p:spPr>
          <a:xfrm>
            <a:off x="3663544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3663544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572104" y="39593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PUAL CE CIN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572104" y="415137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¥6,930</a:t>
            </a:r>
            <a:endParaRPr lang="en-US" sz="950" dirty="0"/>
          </a:p>
        </p:txBody>
      </p:sp>
      <p:pic>
        <p:nvPicPr>
          <p:cNvPr id="15" name="Image 2" descr="tshirt_thumbs/t_045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432" y="1600200"/>
            <a:ext cx="2331720" cy="2331720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6" name="Shape 11"/>
          <p:cNvSpPr/>
          <p:nvPr/>
        </p:nvSpPr>
        <p:spPr>
          <a:xfrm>
            <a:off x="619643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619643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6104992" y="39593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MONO-MART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6104992" y="415137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¥990</a:t>
            </a:r>
            <a:endParaRPr lang="en-US" sz="950" dirty="0"/>
          </a:p>
        </p:txBody>
      </p:sp>
      <p:pic>
        <p:nvPicPr>
          <p:cNvPr id="20" name="Image 3" descr="tshirt_thumbs/t_048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9320" y="1600200"/>
            <a:ext cx="2331720" cy="2331720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21" name="Shape 15"/>
          <p:cNvSpPr/>
          <p:nvPr/>
        </p:nvSpPr>
        <p:spPr>
          <a:xfrm>
            <a:off x="8729320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22" name="Text 16"/>
          <p:cNvSpPr/>
          <p:nvPr/>
        </p:nvSpPr>
        <p:spPr>
          <a:xfrm>
            <a:off x="8729320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8637880" y="39593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MAISON SPECIAL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8637880" y="415137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¥8,855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PRINT · 프린트/패턴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플라워·꽃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112471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꽃 그래픽 (Mardi 홈그라운드)   ·   2개</a:t>
            </a:r>
            <a:endParaRPr lang="en-US" sz="1150" dirty="0"/>
          </a:p>
        </p:txBody>
      </p:sp>
      <p:pic>
        <p:nvPicPr>
          <p:cNvPr id="5" name="Image 0" descr="tshirt_thumbs/t_0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63544" y="1600200"/>
            <a:ext cx="2331720" cy="2331720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3663544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3663544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572104" y="39593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MARY QUANT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572104" y="415137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¥4,495</a:t>
            </a:r>
            <a:endParaRPr lang="en-US" sz="950" dirty="0"/>
          </a:p>
        </p:txBody>
      </p:sp>
      <p:pic>
        <p:nvPicPr>
          <p:cNvPr id="10" name="Image 1" descr="tshirt_thumbs/t_029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6432" y="1600200"/>
            <a:ext cx="2331720" cy="2331720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1" name="Shape 7"/>
          <p:cNvSpPr/>
          <p:nvPr/>
        </p:nvSpPr>
        <p:spPr>
          <a:xfrm>
            <a:off x="619643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619643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6104992" y="39593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musubore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6104992" y="415137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¥6,930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PRINT · 프린트/패턴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도트</a:t>
            </a:r>
            <a:endParaRPr lang="en-US" sz="2600" dirty="0"/>
          </a:p>
        </p:txBody>
      </p:sp>
      <p:pic>
        <p:nvPicPr>
          <p:cNvPr id="4" name="Image 0" descr="tshirt_thumbs/t_0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29988" y="1600200"/>
            <a:ext cx="2331720" cy="2331720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4929988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929988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838548" y="39593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Ada.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838548" y="415137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¥2,200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PRINT · 프린트/패턴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보더·스트라이프</a:t>
            </a:r>
            <a:endParaRPr lang="en-US" sz="2600" dirty="0"/>
          </a:p>
        </p:txBody>
      </p:sp>
      <p:pic>
        <p:nvPicPr>
          <p:cNvPr id="4" name="Image 0" descr="tshirt_thumbs/t_0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63544" y="1600200"/>
            <a:ext cx="2331720" cy="2331720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3663544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3663544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572104" y="39593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U.S. POLO ASSN.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572104" y="415137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¥3,299</a:t>
            </a:r>
            <a:endParaRPr lang="en-US" sz="950" dirty="0"/>
          </a:p>
        </p:txBody>
      </p:sp>
      <p:pic>
        <p:nvPicPr>
          <p:cNvPr id="9" name="Image 1" descr="tshirt_thumbs/t_046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6432" y="1600200"/>
            <a:ext cx="2331720" cy="2331720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0" name="Shape 6"/>
          <p:cNvSpPr/>
          <p:nvPr/>
        </p:nvSpPr>
        <p:spPr>
          <a:xfrm>
            <a:off x="619643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619643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6104992" y="39593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feepur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6104992" y="415137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¥3,300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FORM · 실루엣·핏·넥라인 (프린트와 별개 축)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헨리·폴로넥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112471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 플래킷/카라 넥라인   ·   6개</a:t>
            </a:r>
            <a:endParaRPr lang="en-US" sz="1150" dirty="0"/>
          </a:p>
        </p:txBody>
      </p:sp>
      <p:pic>
        <p:nvPicPr>
          <p:cNvPr id="5" name="Image 0" descr="tshirt_thumbs/t_0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311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249311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249311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40167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U.S. POLO ASSN.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40167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¥3,299</a:t>
            </a:r>
            <a:endParaRPr lang="en-US" sz="950" dirty="0"/>
          </a:p>
        </p:txBody>
      </p:sp>
      <p:pic>
        <p:nvPicPr>
          <p:cNvPr id="10" name="Image 1" descr="tshirt_thumbs/t_006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477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1" name="Shape 7"/>
          <p:cNvSpPr/>
          <p:nvPr/>
        </p:nvSpPr>
        <p:spPr>
          <a:xfrm>
            <a:off x="434477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434477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25333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classicalelf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25333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¥1,999</a:t>
            </a:r>
            <a:endParaRPr lang="en-US" sz="950" dirty="0"/>
          </a:p>
        </p:txBody>
      </p:sp>
      <p:pic>
        <p:nvPicPr>
          <p:cNvPr id="15" name="Image 2" descr="tshirt_thumbs/t_017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43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6" name="Shape 11"/>
          <p:cNvSpPr/>
          <p:nvPr/>
        </p:nvSpPr>
        <p:spPr>
          <a:xfrm>
            <a:off x="619643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619643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610499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Ada.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610499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¥2,200</a:t>
            </a:r>
            <a:endParaRPr lang="en-US" sz="950" dirty="0"/>
          </a:p>
        </p:txBody>
      </p:sp>
      <p:pic>
        <p:nvPicPr>
          <p:cNvPr id="20" name="Image 3" descr="tshirt_thumbs/t_026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809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21" name="Shape 15"/>
          <p:cNvSpPr/>
          <p:nvPr/>
        </p:nvSpPr>
        <p:spPr>
          <a:xfrm>
            <a:off x="804809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22" name="Text 16"/>
          <p:cNvSpPr/>
          <p:nvPr/>
        </p:nvSpPr>
        <p:spPr>
          <a:xfrm>
            <a:off x="804809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795665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me+em select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795665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¥2,999</a:t>
            </a:r>
            <a:endParaRPr lang="en-US" sz="950" dirty="0"/>
          </a:p>
        </p:txBody>
      </p:sp>
      <p:pic>
        <p:nvPicPr>
          <p:cNvPr id="25" name="Image 4" descr="tshirt_thumbs/t_037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311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26" name="Shape 19"/>
          <p:cNvSpPr/>
          <p:nvPr/>
        </p:nvSpPr>
        <p:spPr>
          <a:xfrm>
            <a:off x="249311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27" name="Text 20"/>
          <p:cNvSpPr/>
          <p:nvPr/>
        </p:nvSpPr>
        <p:spPr>
          <a:xfrm>
            <a:off x="249311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240167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classicalelf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240167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¥1,299</a:t>
            </a:r>
            <a:endParaRPr lang="en-US" sz="950" dirty="0"/>
          </a:p>
        </p:txBody>
      </p:sp>
      <p:pic>
        <p:nvPicPr>
          <p:cNvPr id="30" name="Image 5" descr="tshirt_thumbs/t_05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477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31" name="Shape 23"/>
          <p:cNvSpPr/>
          <p:nvPr/>
        </p:nvSpPr>
        <p:spPr>
          <a:xfrm>
            <a:off x="434477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32" name="Text 24"/>
          <p:cNvSpPr/>
          <p:nvPr/>
        </p:nvSpPr>
        <p:spPr>
          <a:xfrm>
            <a:off x="434477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425333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U.S. POLO ASSN.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425333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¥1,760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FORM · 실루엣·핏·넥라인 (프린트와 별개 축)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러플·프릴·레이스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112471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페미닌 디테일   ·   3개</a:t>
            </a:r>
            <a:endParaRPr lang="en-US" sz="1150" dirty="0"/>
          </a:p>
        </p:txBody>
      </p:sp>
      <p:pic>
        <p:nvPicPr>
          <p:cNvPr id="5" name="Image 0" descr="tshirt_thumbs/t_0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7100" y="1600200"/>
            <a:ext cx="2331720" cy="2331720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2397100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2397100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305660" y="39593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URBAN RESEARCH Sonny Label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305660" y="415137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¥4,158</a:t>
            </a:r>
            <a:endParaRPr lang="en-US" sz="950" dirty="0"/>
          </a:p>
        </p:txBody>
      </p:sp>
      <p:pic>
        <p:nvPicPr>
          <p:cNvPr id="10" name="Image 1" descr="tshirt_thumbs/t_02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9988" y="1600200"/>
            <a:ext cx="2331720" cy="2331720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1" name="Shape 7"/>
          <p:cNvSpPr/>
          <p:nvPr/>
        </p:nvSpPr>
        <p:spPr>
          <a:xfrm>
            <a:off x="4929988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4929988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838548" y="39593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URBAN RESEARCH Sonny Label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838548" y="415137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¥3,465</a:t>
            </a:r>
            <a:endParaRPr lang="en-US" sz="950" dirty="0"/>
          </a:p>
        </p:txBody>
      </p:sp>
      <p:pic>
        <p:nvPicPr>
          <p:cNvPr id="15" name="Image 2" descr="tshirt_thumbs/t_031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2876" y="1600200"/>
            <a:ext cx="2331720" cy="2331720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6" name="Shape 11"/>
          <p:cNvSpPr/>
          <p:nvPr/>
        </p:nvSpPr>
        <p:spPr>
          <a:xfrm>
            <a:off x="7462876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7462876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7371436" y="39593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mily bilet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7371436" y="415137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¥2,499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FORM · 실루엣·핏·넥라인 (프린트와 별개 축)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퍼프·플리츠·볼륨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112471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볼륨·주름 소매   ·   2개</a:t>
            </a:r>
            <a:endParaRPr lang="en-US" sz="1150" dirty="0"/>
          </a:p>
        </p:txBody>
      </p:sp>
      <p:pic>
        <p:nvPicPr>
          <p:cNvPr id="5" name="Image 0" descr="tshirt_thumbs/t_02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63544" y="1600200"/>
            <a:ext cx="2331720" cy="2331720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3663544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3663544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572104" y="39593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Ada.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572104" y="415137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¥2,990</a:t>
            </a:r>
            <a:endParaRPr lang="en-US" sz="950" dirty="0"/>
          </a:p>
        </p:txBody>
      </p:sp>
      <p:pic>
        <p:nvPicPr>
          <p:cNvPr id="10" name="Image 1" descr="tshirt_thumbs/t_029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6432" y="1600200"/>
            <a:ext cx="2331720" cy="2331720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1" name="Shape 7"/>
          <p:cNvSpPr/>
          <p:nvPr/>
        </p:nvSpPr>
        <p:spPr>
          <a:xfrm>
            <a:off x="619643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619643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6104992" y="39593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musubore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6104992" y="415137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¥6,930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FORM · 실루엣·핏·넥라인 (프린트와 별개 축)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드레이프·트위스트·오프숄더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112471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비대칭·주름 실루엣   ·   4개</a:t>
            </a:r>
            <a:endParaRPr lang="en-US" sz="1150" dirty="0"/>
          </a:p>
        </p:txBody>
      </p:sp>
      <p:pic>
        <p:nvPicPr>
          <p:cNvPr id="5" name="Image 0" descr="tshirt_thumbs/t_0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656" y="1600200"/>
            <a:ext cx="2331720" cy="2331720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1130656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1130656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39216" y="39593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RANAN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39216" y="415137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¥2,399</a:t>
            </a:r>
            <a:endParaRPr lang="en-US" sz="950" dirty="0"/>
          </a:p>
        </p:txBody>
      </p:sp>
      <p:pic>
        <p:nvPicPr>
          <p:cNvPr id="10" name="Image 1" descr="tshirt_thumbs/t_008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3544" y="1600200"/>
            <a:ext cx="2331720" cy="2331720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1" name="Shape 7"/>
          <p:cNvSpPr/>
          <p:nvPr/>
        </p:nvSpPr>
        <p:spPr>
          <a:xfrm>
            <a:off x="3663544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3663544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572104" y="39593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NOGLE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572104" y="415137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¥3,960</a:t>
            </a:r>
            <a:endParaRPr lang="en-US" sz="950" dirty="0"/>
          </a:p>
        </p:txBody>
      </p:sp>
      <p:pic>
        <p:nvPicPr>
          <p:cNvPr id="15" name="Image 2" descr="tshirt_thumbs/t_009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432" y="1600200"/>
            <a:ext cx="2331720" cy="2331720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6" name="Shape 11"/>
          <p:cNvSpPr/>
          <p:nvPr/>
        </p:nvSpPr>
        <p:spPr>
          <a:xfrm>
            <a:off x="619643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619643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6104992" y="39593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Ada.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6104992" y="415137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¥2,200</a:t>
            </a:r>
            <a:endParaRPr lang="en-US" sz="950" dirty="0"/>
          </a:p>
        </p:txBody>
      </p:sp>
      <p:pic>
        <p:nvPicPr>
          <p:cNvPr id="20" name="Image 3" descr="tshirt_thumbs/t_035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9320" y="1600200"/>
            <a:ext cx="2331720" cy="2331720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21" name="Shape 15"/>
          <p:cNvSpPr/>
          <p:nvPr/>
        </p:nvSpPr>
        <p:spPr>
          <a:xfrm>
            <a:off x="8729320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22" name="Text 16"/>
          <p:cNvSpPr/>
          <p:nvPr/>
        </p:nvSpPr>
        <p:spPr>
          <a:xfrm>
            <a:off x="8729320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8637880" y="39593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yae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8637880" y="415137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¥5,236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FORM · 실루엣·핏·넥라인 (프린트와 별개 축)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크롭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112471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짧은 기장·미드리프   ·   3개</a:t>
            </a:r>
            <a:endParaRPr lang="en-US" sz="1150" dirty="0"/>
          </a:p>
        </p:txBody>
      </p:sp>
      <p:pic>
        <p:nvPicPr>
          <p:cNvPr id="5" name="Image 0" descr="tshirt_thumbs/t_0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7100" y="1600200"/>
            <a:ext cx="2331720" cy="2331720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2397100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2397100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305660" y="39593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MUCENT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305660" y="415137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¥3,131</a:t>
            </a:r>
            <a:endParaRPr lang="en-US" sz="950" dirty="0"/>
          </a:p>
        </p:txBody>
      </p:sp>
      <p:pic>
        <p:nvPicPr>
          <p:cNvPr id="10" name="Image 1" descr="tshirt_thumbs/t_02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9988" y="1600200"/>
            <a:ext cx="2331720" cy="2331720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1" name="Shape 7"/>
          <p:cNvSpPr/>
          <p:nvPr/>
        </p:nvSpPr>
        <p:spPr>
          <a:xfrm>
            <a:off x="4929988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4929988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838548" y="39593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U.S. POLO ASSN.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838548" y="415137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¥1,890</a:t>
            </a:r>
            <a:endParaRPr lang="en-US" sz="950" dirty="0"/>
          </a:p>
        </p:txBody>
      </p:sp>
      <p:pic>
        <p:nvPicPr>
          <p:cNvPr id="15" name="Image 2" descr="tshirt_thumbs/t_041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2876" y="1600200"/>
            <a:ext cx="2331720" cy="2331720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6" name="Shape 11"/>
          <p:cNvSpPr/>
          <p:nvPr/>
        </p:nvSpPr>
        <p:spPr>
          <a:xfrm>
            <a:off x="7462876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7462876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7371436" y="39593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LADY LIKE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7371436" y="415137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¥2,319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FORM · 실루엣·핏·넥라인 (프린트와 별개 축)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슬림·타이트핏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112471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몸에 붙는 핏 (넥·소매 특이 디테일 없음)   ·   7개</a:t>
            </a:r>
            <a:endParaRPr lang="en-US" sz="1150" dirty="0"/>
          </a:p>
        </p:txBody>
      </p:sp>
      <p:pic>
        <p:nvPicPr>
          <p:cNvPr id="5" name="Image 0" descr="tshirt_thumbs/t_0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311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249311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249311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40167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EIMY ISTOIRE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40167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¥8,910</a:t>
            </a:r>
            <a:endParaRPr lang="en-US" sz="950" dirty="0"/>
          </a:p>
        </p:txBody>
      </p:sp>
      <p:pic>
        <p:nvPicPr>
          <p:cNvPr id="10" name="Image 1" descr="tshirt_thumbs/t_00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477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1" name="Shape 7"/>
          <p:cNvSpPr/>
          <p:nvPr/>
        </p:nvSpPr>
        <p:spPr>
          <a:xfrm>
            <a:off x="434477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434477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25333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mily bilet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25333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¥1,799</a:t>
            </a:r>
            <a:endParaRPr lang="en-US" sz="950" dirty="0"/>
          </a:p>
        </p:txBody>
      </p:sp>
      <p:pic>
        <p:nvPicPr>
          <p:cNvPr id="15" name="Image 2" descr="tshirt_thumbs/t_019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43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6" name="Shape 11"/>
          <p:cNvSpPr/>
          <p:nvPr/>
        </p:nvSpPr>
        <p:spPr>
          <a:xfrm>
            <a:off x="619643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619643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610499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VIVID LADY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610499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¥2,200</a:t>
            </a:r>
            <a:endParaRPr lang="en-US" sz="950" dirty="0"/>
          </a:p>
        </p:txBody>
      </p:sp>
      <p:pic>
        <p:nvPicPr>
          <p:cNvPr id="20" name="Image 3" descr="tshirt_thumbs/t_03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809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21" name="Shape 15"/>
          <p:cNvSpPr/>
          <p:nvPr/>
        </p:nvSpPr>
        <p:spPr>
          <a:xfrm>
            <a:off x="804809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22" name="Text 16"/>
          <p:cNvSpPr/>
          <p:nvPr/>
        </p:nvSpPr>
        <p:spPr>
          <a:xfrm>
            <a:off x="804809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795665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Re:EDIT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795665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¥2,799</a:t>
            </a:r>
            <a:endParaRPr lang="en-US" sz="950" dirty="0"/>
          </a:p>
        </p:txBody>
      </p:sp>
      <p:pic>
        <p:nvPicPr>
          <p:cNvPr id="25" name="Image 4" descr="tshirt_thumbs/t_03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311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26" name="Shape 19"/>
          <p:cNvSpPr/>
          <p:nvPr/>
        </p:nvSpPr>
        <p:spPr>
          <a:xfrm>
            <a:off x="249311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27" name="Text 20"/>
          <p:cNvSpPr/>
          <p:nvPr/>
        </p:nvSpPr>
        <p:spPr>
          <a:xfrm>
            <a:off x="249311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240167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U.S. POLO ASSN.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240167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¥3,199</a:t>
            </a:r>
            <a:endParaRPr lang="en-US" sz="950" dirty="0"/>
          </a:p>
        </p:txBody>
      </p:sp>
      <p:pic>
        <p:nvPicPr>
          <p:cNvPr id="30" name="Image 5" descr="tshirt_thumbs/t_046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477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31" name="Shape 23"/>
          <p:cNvSpPr/>
          <p:nvPr/>
        </p:nvSpPr>
        <p:spPr>
          <a:xfrm>
            <a:off x="434477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32" name="Text 24"/>
          <p:cNvSpPr/>
          <p:nvPr/>
        </p:nvSpPr>
        <p:spPr>
          <a:xfrm>
            <a:off x="434477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425333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feepur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425333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¥3,300</a:t>
            </a:r>
            <a:endParaRPr lang="en-US" sz="950" dirty="0"/>
          </a:p>
        </p:txBody>
      </p:sp>
      <p:pic>
        <p:nvPicPr>
          <p:cNvPr id="35" name="Image 6" descr="tshirt_thumbs/t_047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643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36" name="Shape 27"/>
          <p:cNvSpPr/>
          <p:nvPr/>
        </p:nvSpPr>
        <p:spPr>
          <a:xfrm>
            <a:off x="619643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37" name="Text 28"/>
          <p:cNvSpPr/>
          <p:nvPr/>
        </p:nvSpPr>
        <p:spPr>
          <a:xfrm>
            <a:off x="619643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</a:t>
            </a:r>
            <a:endParaRPr lang="en-US" sz="1000" dirty="0"/>
          </a:p>
        </p:txBody>
      </p:sp>
      <p:sp>
        <p:nvSpPr>
          <p:cNvPr id="38" name="Text 29"/>
          <p:cNvSpPr/>
          <p:nvPr/>
        </p:nvSpPr>
        <p:spPr>
          <a:xfrm>
            <a:off x="610499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Meiru</a:t>
            </a:r>
            <a:endParaRPr lang="en-US" sz="1000" dirty="0"/>
          </a:p>
        </p:txBody>
      </p:sp>
      <p:sp>
        <p:nvSpPr>
          <p:cNvPr id="39" name="Text 30"/>
          <p:cNvSpPr/>
          <p:nvPr/>
        </p:nvSpPr>
        <p:spPr>
          <a:xfrm>
            <a:off x="610499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¥1,999</a:t>
            </a:r>
            <a:endParaRPr lang="en-US" sz="950" dirty="0"/>
          </a:p>
        </p:txBody>
      </p:sp>
      <p:sp>
        <p:nvSpPr>
          <p:cNvPr id="40" name="Text 31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FORM · 실루엣·핏·넥라인 (프린트와 별개 축)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레귤러핏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112471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핏·기본 크루넥 (넥·소매 특이 디테일 없음)   ·   10개</a:t>
            </a:r>
            <a:endParaRPr lang="en-US" sz="1150" dirty="0"/>
          </a:p>
        </p:txBody>
      </p:sp>
      <p:pic>
        <p:nvPicPr>
          <p:cNvPr id="5" name="Image 0" descr="tshirt_thumbs/t_0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728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156728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156728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47584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MIRROR STOKE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47584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¥4,400</a:t>
            </a:r>
            <a:endParaRPr lang="en-US" sz="950" dirty="0"/>
          </a:p>
        </p:txBody>
      </p:sp>
      <p:pic>
        <p:nvPicPr>
          <p:cNvPr id="10" name="Image 1" descr="tshirt_thumbs/t_014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894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1" name="Shape 7"/>
          <p:cNvSpPr/>
          <p:nvPr/>
        </p:nvSpPr>
        <p:spPr>
          <a:xfrm>
            <a:off x="341894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341894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32750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MARY QUANT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32750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¥4,495</a:t>
            </a:r>
            <a:endParaRPr lang="en-US" sz="950" dirty="0"/>
          </a:p>
        </p:txBody>
      </p:sp>
      <p:pic>
        <p:nvPicPr>
          <p:cNvPr id="15" name="Image 2" descr="tshirt_thumbs/t_016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60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6" name="Shape 11"/>
          <p:cNvSpPr/>
          <p:nvPr/>
        </p:nvSpPr>
        <p:spPr>
          <a:xfrm>
            <a:off x="527060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527060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517916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ISOOK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517916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¥4,979</a:t>
            </a:r>
            <a:endParaRPr lang="en-US" sz="950" dirty="0"/>
          </a:p>
        </p:txBody>
      </p:sp>
      <p:pic>
        <p:nvPicPr>
          <p:cNvPr id="20" name="Image 3" descr="tshirt_thumbs/t_022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226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21" name="Shape 15"/>
          <p:cNvSpPr/>
          <p:nvPr/>
        </p:nvSpPr>
        <p:spPr>
          <a:xfrm>
            <a:off x="712226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22" name="Text 16"/>
          <p:cNvSpPr/>
          <p:nvPr/>
        </p:nvSpPr>
        <p:spPr>
          <a:xfrm>
            <a:off x="712226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703082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URBAN RESEARCH Sonny Label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703082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¥3,575</a:t>
            </a:r>
            <a:endParaRPr lang="en-US" sz="950" dirty="0"/>
          </a:p>
        </p:txBody>
      </p:sp>
      <p:pic>
        <p:nvPicPr>
          <p:cNvPr id="25" name="Image 4" descr="tshirt_thumbs/t_02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392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26" name="Shape 19"/>
          <p:cNvSpPr/>
          <p:nvPr/>
        </p:nvSpPr>
        <p:spPr>
          <a:xfrm>
            <a:off x="897392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27" name="Text 20"/>
          <p:cNvSpPr/>
          <p:nvPr/>
        </p:nvSpPr>
        <p:spPr>
          <a:xfrm>
            <a:off x="897392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888248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FREAK'S STORE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888248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¥4,245</a:t>
            </a:r>
            <a:endParaRPr lang="en-US" sz="950" dirty="0"/>
          </a:p>
        </p:txBody>
      </p:sp>
      <p:pic>
        <p:nvPicPr>
          <p:cNvPr id="30" name="Image 5" descr="tshirt_thumbs/t_028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728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31" name="Shape 23"/>
          <p:cNvSpPr/>
          <p:nvPr/>
        </p:nvSpPr>
        <p:spPr>
          <a:xfrm>
            <a:off x="156728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32" name="Text 24"/>
          <p:cNvSpPr/>
          <p:nvPr/>
        </p:nvSpPr>
        <p:spPr>
          <a:xfrm>
            <a:off x="156728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147584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TOMMY HILFIGER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147584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¥2,999</a:t>
            </a:r>
            <a:endParaRPr lang="en-US" sz="950" dirty="0"/>
          </a:p>
        </p:txBody>
      </p:sp>
      <p:pic>
        <p:nvPicPr>
          <p:cNvPr id="35" name="Image 6" descr="tshirt_thumbs/t_030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894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36" name="Shape 27"/>
          <p:cNvSpPr/>
          <p:nvPr/>
        </p:nvSpPr>
        <p:spPr>
          <a:xfrm>
            <a:off x="341894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37" name="Text 28"/>
          <p:cNvSpPr/>
          <p:nvPr/>
        </p:nvSpPr>
        <p:spPr>
          <a:xfrm>
            <a:off x="341894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</a:t>
            </a:r>
            <a:endParaRPr lang="en-US" sz="1000" dirty="0"/>
          </a:p>
        </p:txBody>
      </p:sp>
      <p:sp>
        <p:nvSpPr>
          <p:cNvPr id="38" name="Text 29"/>
          <p:cNvSpPr/>
          <p:nvPr/>
        </p:nvSpPr>
        <p:spPr>
          <a:xfrm>
            <a:off x="332750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MARY QUANT</a:t>
            </a:r>
            <a:endParaRPr lang="en-US" sz="1000" dirty="0"/>
          </a:p>
        </p:txBody>
      </p:sp>
      <p:sp>
        <p:nvSpPr>
          <p:cNvPr id="39" name="Text 30"/>
          <p:cNvSpPr/>
          <p:nvPr/>
        </p:nvSpPr>
        <p:spPr>
          <a:xfrm>
            <a:off x="332750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¥4,796</a:t>
            </a:r>
            <a:endParaRPr lang="en-US" sz="950" dirty="0"/>
          </a:p>
        </p:txBody>
      </p:sp>
      <p:pic>
        <p:nvPicPr>
          <p:cNvPr id="40" name="Image 7" descr="tshirt_thumbs/t_032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7060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41" name="Shape 31"/>
          <p:cNvSpPr/>
          <p:nvPr/>
        </p:nvSpPr>
        <p:spPr>
          <a:xfrm>
            <a:off x="527060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42" name="Text 32"/>
          <p:cNvSpPr/>
          <p:nvPr/>
        </p:nvSpPr>
        <p:spPr>
          <a:xfrm>
            <a:off x="527060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1000" dirty="0"/>
          </a:p>
        </p:txBody>
      </p:sp>
      <p:sp>
        <p:nvSpPr>
          <p:cNvPr id="43" name="Text 33"/>
          <p:cNvSpPr/>
          <p:nvPr/>
        </p:nvSpPr>
        <p:spPr>
          <a:xfrm>
            <a:off x="517916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U.S. POLO ASSN.</a:t>
            </a:r>
            <a:endParaRPr lang="en-US" sz="1000" dirty="0"/>
          </a:p>
        </p:txBody>
      </p:sp>
      <p:sp>
        <p:nvSpPr>
          <p:cNvPr id="44" name="Text 34"/>
          <p:cNvSpPr/>
          <p:nvPr/>
        </p:nvSpPr>
        <p:spPr>
          <a:xfrm>
            <a:off x="517916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¥999</a:t>
            </a:r>
            <a:endParaRPr lang="en-US" sz="950" dirty="0"/>
          </a:p>
        </p:txBody>
      </p:sp>
      <p:pic>
        <p:nvPicPr>
          <p:cNvPr id="45" name="Image 8" descr="tshirt_thumbs/t_039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2226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46" name="Shape 35"/>
          <p:cNvSpPr/>
          <p:nvPr/>
        </p:nvSpPr>
        <p:spPr>
          <a:xfrm>
            <a:off x="712226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47" name="Text 36"/>
          <p:cNvSpPr/>
          <p:nvPr/>
        </p:nvSpPr>
        <p:spPr>
          <a:xfrm>
            <a:off x="712226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</a:t>
            </a:r>
            <a:endParaRPr lang="en-US" sz="1000" dirty="0"/>
          </a:p>
        </p:txBody>
      </p:sp>
      <p:sp>
        <p:nvSpPr>
          <p:cNvPr id="48" name="Text 37"/>
          <p:cNvSpPr/>
          <p:nvPr/>
        </p:nvSpPr>
        <p:spPr>
          <a:xfrm>
            <a:off x="703082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FREAK'S STORE</a:t>
            </a:r>
            <a:endParaRPr lang="en-US" sz="1000" dirty="0"/>
          </a:p>
        </p:txBody>
      </p:sp>
      <p:sp>
        <p:nvSpPr>
          <p:cNvPr id="49" name="Text 38"/>
          <p:cNvSpPr/>
          <p:nvPr/>
        </p:nvSpPr>
        <p:spPr>
          <a:xfrm>
            <a:off x="703082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¥3,394</a:t>
            </a:r>
            <a:endParaRPr lang="en-US" sz="950" dirty="0"/>
          </a:p>
        </p:txBody>
      </p:sp>
      <p:pic>
        <p:nvPicPr>
          <p:cNvPr id="50" name="Image 9" descr="tshirt_thumbs/t_044.jp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7392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51" name="Shape 39"/>
          <p:cNvSpPr/>
          <p:nvPr/>
        </p:nvSpPr>
        <p:spPr>
          <a:xfrm>
            <a:off x="897392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52" name="Text 40"/>
          <p:cNvSpPr/>
          <p:nvPr/>
        </p:nvSpPr>
        <p:spPr>
          <a:xfrm>
            <a:off x="897392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</a:t>
            </a:r>
            <a:endParaRPr lang="en-US" sz="1000" dirty="0"/>
          </a:p>
        </p:txBody>
      </p:sp>
      <p:sp>
        <p:nvSpPr>
          <p:cNvPr id="53" name="Text 41"/>
          <p:cNvSpPr/>
          <p:nvPr/>
        </p:nvSpPr>
        <p:spPr>
          <a:xfrm>
            <a:off x="888248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DISCOAT</a:t>
            </a:r>
            <a:endParaRPr lang="en-US" sz="1000" dirty="0"/>
          </a:p>
        </p:txBody>
      </p:sp>
      <p:sp>
        <p:nvSpPr>
          <p:cNvPr id="54" name="Text 42"/>
          <p:cNvSpPr/>
          <p:nvPr/>
        </p:nvSpPr>
        <p:spPr>
          <a:xfrm>
            <a:off x="888248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¥3,300</a:t>
            </a:r>
            <a:endParaRPr lang="en-US" sz="950" dirty="0"/>
          </a:p>
        </p:txBody>
      </p:sp>
      <p:sp>
        <p:nvSpPr>
          <p:cNvPr id="55" name="Text 43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FORM · 실루엣·핏·넥라인 (프린트와 별개 축)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세미오버·루즈핏  (1/2)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112471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넉넉하지만 드롭숄더까지는 아닌 핏   ·   11개</a:t>
            </a:r>
            <a:endParaRPr lang="en-US" sz="1150" dirty="0"/>
          </a:p>
        </p:txBody>
      </p:sp>
      <p:pic>
        <p:nvPicPr>
          <p:cNvPr id="5" name="Image 0" descr="tshirt_thumbs/t_0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728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156728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156728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47584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Bonjour Sagan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47584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¥2,530</a:t>
            </a:r>
            <a:endParaRPr lang="en-US" sz="950" dirty="0"/>
          </a:p>
        </p:txBody>
      </p:sp>
      <p:pic>
        <p:nvPicPr>
          <p:cNvPr id="10" name="Image 1" descr="tshirt_thumbs/t_01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894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1" name="Shape 7"/>
          <p:cNvSpPr/>
          <p:nvPr/>
        </p:nvSpPr>
        <p:spPr>
          <a:xfrm>
            <a:off x="341894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341894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32750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Kastane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32750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¥7,590</a:t>
            </a:r>
            <a:endParaRPr lang="en-US" sz="950" dirty="0"/>
          </a:p>
        </p:txBody>
      </p:sp>
      <p:pic>
        <p:nvPicPr>
          <p:cNvPr id="15" name="Image 2" descr="tshirt_thumbs/t_01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60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6" name="Shape 11"/>
          <p:cNvSpPr/>
          <p:nvPr/>
        </p:nvSpPr>
        <p:spPr>
          <a:xfrm>
            <a:off x="527060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527060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517916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GLOBAL WORK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517916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¥3,192</a:t>
            </a:r>
            <a:endParaRPr lang="en-US" sz="950" dirty="0"/>
          </a:p>
        </p:txBody>
      </p:sp>
      <p:pic>
        <p:nvPicPr>
          <p:cNvPr id="20" name="Image 3" descr="tshirt_thumbs/t_015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226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21" name="Shape 15"/>
          <p:cNvSpPr/>
          <p:nvPr/>
        </p:nvSpPr>
        <p:spPr>
          <a:xfrm>
            <a:off x="712226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22" name="Text 16"/>
          <p:cNvSpPr/>
          <p:nvPr/>
        </p:nvSpPr>
        <p:spPr>
          <a:xfrm>
            <a:off x="712226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703082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Emma Taylor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703082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¥4,950</a:t>
            </a:r>
            <a:endParaRPr lang="en-US" sz="950" dirty="0"/>
          </a:p>
        </p:txBody>
      </p:sp>
      <p:pic>
        <p:nvPicPr>
          <p:cNvPr id="25" name="Image 4" descr="tshirt_thumbs/t_018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392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26" name="Shape 19"/>
          <p:cNvSpPr/>
          <p:nvPr/>
        </p:nvSpPr>
        <p:spPr>
          <a:xfrm>
            <a:off x="897392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27" name="Text 20"/>
          <p:cNvSpPr/>
          <p:nvPr/>
        </p:nvSpPr>
        <p:spPr>
          <a:xfrm>
            <a:off x="897392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888248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Bonjour Sagan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888248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¥5,346</a:t>
            </a:r>
            <a:endParaRPr lang="en-US" sz="950" dirty="0"/>
          </a:p>
        </p:txBody>
      </p:sp>
      <p:pic>
        <p:nvPicPr>
          <p:cNvPr id="30" name="Image 5" descr="tshirt_thumbs/t_036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728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31" name="Shape 23"/>
          <p:cNvSpPr/>
          <p:nvPr/>
        </p:nvSpPr>
        <p:spPr>
          <a:xfrm>
            <a:off x="156728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32" name="Text 24"/>
          <p:cNvSpPr/>
          <p:nvPr/>
        </p:nvSpPr>
        <p:spPr>
          <a:xfrm>
            <a:off x="156728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147584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PUAL CE CIN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147584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¥6,930</a:t>
            </a:r>
            <a:endParaRPr lang="en-US" sz="950" dirty="0"/>
          </a:p>
        </p:txBody>
      </p:sp>
      <p:pic>
        <p:nvPicPr>
          <p:cNvPr id="35" name="Image 6" descr="tshirt_thumbs/t_038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894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36" name="Shape 27"/>
          <p:cNvSpPr/>
          <p:nvPr/>
        </p:nvSpPr>
        <p:spPr>
          <a:xfrm>
            <a:off x="341894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37" name="Text 28"/>
          <p:cNvSpPr/>
          <p:nvPr/>
        </p:nvSpPr>
        <p:spPr>
          <a:xfrm>
            <a:off x="341894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</a:t>
            </a:r>
            <a:endParaRPr lang="en-US" sz="1000" dirty="0"/>
          </a:p>
        </p:txBody>
      </p:sp>
      <p:sp>
        <p:nvSpPr>
          <p:cNvPr id="38" name="Text 29"/>
          <p:cNvSpPr/>
          <p:nvPr/>
        </p:nvSpPr>
        <p:spPr>
          <a:xfrm>
            <a:off x="332750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U.S. POLO ASSN.</a:t>
            </a:r>
            <a:endParaRPr lang="en-US" sz="1000" dirty="0"/>
          </a:p>
        </p:txBody>
      </p:sp>
      <p:sp>
        <p:nvSpPr>
          <p:cNvPr id="39" name="Text 30"/>
          <p:cNvSpPr/>
          <p:nvPr/>
        </p:nvSpPr>
        <p:spPr>
          <a:xfrm>
            <a:off x="332750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¥1,990</a:t>
            </a:r>
            <a:endParaRPr lang="en-US" sz="950" dirty="0"/>
          </a:p>
        </p:txBody>
      </p:sp>
      <p:pic>
        <p:nvPicPr>
          <p:cNvPr id="40" name="Image 7" descr="tshirt_thumbs/t_040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7060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41" name="Shape 31"/>
          <p:cNvSpPr/>
          <p:nvPr/>
        </p:nvSpPr>
        <p:spPr>
          <a:xfrm>
            <a:off x="527060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42" name="Text 32"/>
          <p:cNvSpPr/>
          <p:nvPr/>
        </p:nvSpPr>
        <p:spPr>
          <a:xfrm>
            <a:off x="527060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</a:t>
            </a:r>
            <a:endParaRPr lang="en-US" sz="1000" dirty="0"/>
          </a:p>
        </p:txBody>
      </p:sp>
      <p:sp>
        <p:nvSpPr>
          <p:cNvPr id="43" name="Text 33"/>
          <p:cNvSpPr/>
          <p:nvPr/>
        </p:nvSpPr>
        <p:spPr>
          <a:xfrm>
            <a:off x="517916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RANAN</a:t>
            </a:r>
            <a:endParaRPr lang="en-US" sz="1000" dirty="0"/>
          </a:p>
        </p:txBody>
      </p:sp>
      <p:sp>
        <p:nvSpPr>
          <p:cNvPr id="44" name="Text 34"/>
          <p:cNvSpPr/>
          <p:nvPr/>
        </p:nvSpPr>
        <p:spPr>
          <a:xfrm>
            <a:off x="517916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¥2,699</a:t>
            </a:r>
            <a:endParaRPr lang="en-US" sz="950" dirty="0"/>
          </a:p>
        </p:txBody>
      </p:sp>
      <p:pic>
        <p:nvPicPr>
          <p:cNvPr id="45" name="Image 8" descr="tshirt_thumbs/t_042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2226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46" name="Shape 35"/>
          <p:cNvSpPr/>
          <p:nvPr/>
        </p:nvSpPr>
        <p:spPr>
          <a:xfrm>
            <a:off x="712226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47" name="Text 36"/>
          <p:cNvSpPr/>
          <p:nvPr/>
        </p:nvSpPr>
        <p:spPr>
          <a:xfrm>
            <a:off x="712226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</a:t>
            </a:r>
            <a:endParaRPr lang="en-US" sz="1000" dirty="0"/>
          </a:p>
        </p:txBody>
      </p:sp>
      <p:sp>
        <p:nvSpPr>
          <p:cNvPr id="48" name="Text 37"/>
          <p:cNvSpPr/>
          <p:nvPr/>
        </p:nvSpPr>
        <p:spPr>
          <a:xfrm>
            <a:off x="703082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coen</a:t>
            </a:r>
            <a:endParaRPr lang="en-US" sz="1000" dirty="0"/>
          </a:p>
        </p:txBody>
      </p:sp>
      <p:sp>
        <p:nvSpPr>
          <p:cNvPr id="49" name="Text 38"/>
          <p:cNvSpPr/>
          <p:nvPr/>
        </p:nvSpPr>
        <p:spPr>
          <a:xfrm>
            <a:off x="703082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¥4,510</a:t>
            </a:r>
            <a:endParaRPr lang="en-US" sz="950" dirty="0"/>
          </a:p>
        </p:txBody>
      </p:sp>
      <p:pic>
        <p:nvPicPr>
          <p:cNvPr id="50" name="Image 9" descr="tshirt_thumbs/t_043.jp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7392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51" name="Shape 39"/>
          <p:cNvSpPr/>
          <p:nvPr/>
        </p:nvSpPr>
        <p:spPr>
          <a:xfrm>
            <a:off x="897392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52" name="Text 40"/>
          <p:cNvSpPr/>
          <p:nvPr/>
        </p:nvSpPr>
        <p:spPr>
          <a:xfrm>
            <a:off x="897392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</a:t>
            </a:r>
            <a:endParaRPr lang="en-US" sz="1000" dirty="0"/>
          </a:p>
        </p:txBody>
      </p:sp>
      <p:sp>
        <p:nvSpPr>
          <p:cNvPr id="53" name="Text 41"/>
          <p:cNvSpPr/>
          <p:nvPr/>
        </p:nvSpPr>
        <p:spPr>
          <a:xfrm>
            <a:off x="888248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classicalelf</a:t>
            </a:r>
            <a:endParaRPr lang="en-US" sz="1000" dirty="0"/>
          </a:p>
        </p:txBody>
      </p:sp>
      <p:sp>
        <p:nvSpPr>
          <p:cNvPr id="54" name="Text 42"/>
          <p:cNvSpPr/>
          <p:nvPr/>
        </p:nvSpPr>
        <p:spPr>
          <a:xfrm>
            <a:off x="888248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¥999</a:t>
            </a:r>
            <a:endParaRPr lang="en-US" sz="950" dirty="0"/>
          </a:p>
        </p:txBody>
      </p:sp>
      <p:sp>
        <p:nvSpPr>
          <p:cNvPr id="55" name="Text 43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FORM · 실루엣·핏·넥라인 (프린트와 별개 축)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세미오버·루즈핏  (2/2)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112471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넉넉하지만 드롭숄더까지는 아닌 핏   ·   11개</a:t>
            </a:r>
            <a:endParaRPr lang="en-US" sz="1150" dirty="0"/>
          </a:p>
        </p:txBody>
      </p:sp>
      <p:pic>
        <p:nvPicPr>
          <p:cNvPr id="5" name="Image 0" descr="tshirt_thumbs/t_04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29988" y="1600200"/>
            <a:ext cx="2331720" cy="2331720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4929988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929988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49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838548" y="39593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Emma Taylor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838548" y="415137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¥3,850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FORM · 실루엣·핏·넥라인 (프린트와 별개 축)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오버사이즈·드롭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112471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드롭숄더·과감하게 큰 핏   ·   4개</a:t>
            </a:r>
            <a:endParaRPr lang="en-US" sz="1150" dirty="0"/>
          </a:p>
        </p:txBody>
      </p:sp>
      <p:pic>
        <p:nvPicPr>
          <p:cNvPr id="5" name="Image 0" descr="tshirt_thumbs/t_02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656" y="1600200"/>
            <a:ext cx="2331720" cy="2331720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1130656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1130656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39216" y="39593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Marmot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39216" y="415137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¥5,588</a:t>
            </a:r>
            <a:endParaRPr lang="en-US" sz="950" dirty="0"/>
          </a:p>
        </p:txBody>
      </p:sp>
      <p:pic>
        <p:nvPicPr>
          <p:cNvPr id="10" name="Image 1" descr="tshirt_thumbs/t_02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3544" y="1600200"/>
            <a:ext cx="2331720" cy="2331720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1" name="Shape 7"/>
          <p:cNvSpPr/>
          <p:nvPr/>
        </p:nvSpPr>
        <p:spPr>
          <a:xfrm>
            <a:off x="3663544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3663544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572104" y="39593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Java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572104" y="415137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¥1,999</a:t>
            </a:r>
            <a:endParaRPr lang="en-US" sz="950" dirty="0"/>
          </a:p>
        </p:txBody>
      </p:sp>
      <p:pic>
        <p:nvPicPr>
          <p:cNvPr id="15" name="Image 2" descr="tshirt_thumbs/t_045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432" y="1600200"/>
            <a:ext cx="2331720" cy="2331720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6" name="Shape 11"/>
          <p:cNvSpPr/>
          <p:nvPr/>
        </p:nvSpPr>
        <p:spPr>
          <a:xfrm>
            <a:off x="619643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619643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6104992" y="39593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MONO-MART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6104992" y="415137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¥990</a:t>
            </a:r>
            <a:endParaRPr lang="en-US" sz="950" dirty="0"/>
          </a:p>
        </p:txBody>
      </p:sp>
      <p:pic>
        <p:nvPicPr>
          <p:cNvPr id="20" name="Image 3" descr="tshirt_thumbs/t_048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9320" y="1600200"/>
            <a:ext cx="2331720" cy="2331720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21" name="Shape 15"/>
          <p:cNvSpPr/>
          <p:nvPr/>
        </p:nvSpPr>
        <p:spPr>
          <a:xfrm>
            <a:off x="8729320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22" name="Text 16"/>
          <p:cNvSpPr/>
          <p:nvPr/>
        </p:nvSpPr>
        <p:spPr>
          <a:xfrm>
            <a:off x="8729320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8637880" y="39593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MAISON SPECIAL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8637880" y="415137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¥8,855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PERSPECTIVE · 브랜드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유형별 그룹핑 (Top 50)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37160" cy="137160"/>
          </a:xfrm>
          <a:prstGeom prst="rect">
            <a:avLst/>
          </a:prstGeom>
          <a:solidFill>
            <a:srgbClr val="C24A63"/>
          </a:solidFill>
          <a:ln/>
        </p:spPr>
      </p:sp>
      <p:sp>
        <p:nvSpPr>
          <p:cNvPr id="5" name="Text 3"/>
          <p:cNvSpPr/>
          <p:nvPr/>
        </p:nvSpPr>
        <p:spPr>
          <a:xfrm>
            <a:off x="667512" y="11704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미국·글로벌 캐주얼</a:t>
            </a:r>
            <a:pPr indent="0" marL="0">
              <a:buNone/>
            </a:pPr>
            <a:r>
              <a:rPr lang="en-US" sz="9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8개</a:t>
            </a:r>
            <a:endParaRPr lang="en-US" sz="1200" dirty="0"/>
          </a:p>
        </p:txBody>
      </p:sp>
      <p:pic>
        <p:nvPicPr>
          <p:cNvPr id="6" name="Image 0" descr="tshirt_thumbs/t_0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81328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457200" y="1481328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477670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650" dirty="0"/>
          </a:p>
        </p:txBody>
      </p:sp>
      <p:pic>
        <p:nvPicPr>
          <p:cNvPr id="9" name="Image 1" descr="tshirt_thumbs/t_020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1481328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0" name="Shape 6"/>
          <p:cNvSpPr/>
          <p:nvPr/>
        </p:nvSpPr>
        <p:spPr>
          <a:xfrm>
            <a:off x="1014984" y="1481328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1014984" y="1477670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650" dirty="0"/>
          </a:p>
        </p:txBody>
      </p:sp>
      <p:pic>
        <p:nvPicPr>
          <p:cNvPr id="12" name="Image 2" descr="tshirt_thumbs/t_021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2768" y="1481328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3" name="Shape 8"/>
          <p:cNvSpPr/>
          <p:nvPr/>
        </p:nvSpPr>
        <p:spPr>
          <a:xfrm>
            <a:off x="1572768" y="1481328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4" name="Text 9"/>
          <p:cNvSpPr/>
          <p:nvPr/>
        </p:nvSpPr>
        <p:spPr>
          <a:xfrm>
            <a:off x="1572768" y="1477670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650" dirty="0"/>
          </a:p>
        </p:txBody>
      </p:sp>
      <p:pic>
        <p:nvPicPr>
          <p:cNvPr id="15" name="Image 3" descr="tshirt_thumbs/t_028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0552" y="1481328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6" name="Shape 10"/>
          <p:cNvSpPr/>
          <p:nvPr/>
        </p:nvSpPr>
        <p:spPr>
          <a:xfrm>
            <a:off x="2130552" y="1481328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7" name="Text 11"/>
          <p:cNvSpPr/>
          <p:nvPr/>
        </p:nvSpPr>
        <p:spPr>
          <a:xfrm>
            <a:off x="2130552" y="1477670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</a:t>
            </a:r>
            <a:endParaRPr lang="en-US" sz="650" dirty="0"/>
          </a:p>
        </p:txBody>
      </p:sp>
      <p:pic>
        <p:nvPicPr>
          <p:cNvPr id="18" name="Image 4" descr="tshirt_thumbs/t_032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8336" y="1481328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9" name="Shape 12"/>
          <p:cNvSpPr/>
          <p:nvPr/>
        </p:nvSpPr>
        <p:spPr>
          <a:xfrm>
            <a:off x="2688336" y="1481328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20" name="Text 13"/>
          <p:cNvSpPr/>
          <p:nvPr/>
        </p:nvSpPr>
        <p:spPr>
          <a:xfrm>
            <a:off x="2688336" y="1477670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650" dirty="0"/>
          </a:p>
        </p:txBody>
      </p:sp>
      <p:pic>
        <p:nvPicPr>
          <p:cNvPr id="21" name="Image 5" descr="tshirt_thumbs/t_034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6120" y="1481328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22" name="Shape 14"/>
          <p:cNvSpPr/>
          <p:nvPr/>
        </p:nvSpPr>
        <p:spPr>
          <a:xfrm>
            <a:off x="3246120" y="1481328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23" name="Text 15"/>
          <p:cNvSpPr/>
          <p:nvPr/>
        </p:nvSpPr>
        <p:spPr>
          <a:xfrm>
            <a:off x="3246120" y="1477670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</a:t>
            </a:r>
            <a:endParaRPr lang="en-US" sz="650" dirty="0"/>
          </a:p>
        </p:txBody>
      </p:sp>
      <p:pic>
        <p:nvPicPr>
          <p:cNvPr id="24" name="Image 6" descr="tshirt_thumbs/t_038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03904" y="1481328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25" name="Shape 16"/>
          <p:cNvSpPr/>
          <p:nvPr/>
        </p:nvSpPr>
        <p:spPr>
          <a:xfrm>
            <a:off x="3803904" y="1481328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26" name="Text 17"/>
          <p:cNvSpPr/>
          <p:nvPr/>
        </p:nvSpPr>
        <p:spPr>
          <a:xfrm>
            <a:off x="3803904" y="1477670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</a:t>
            </a:r>
            <a:endParaRPr lang="en-US" sz="650" dirty="0"/>
          </a:p>
        </p:txBody>
      </p:sp>
      <p:pic>
        <p:nvPicPr>
          <p:cNvPr id="27" name="Image 7" descr="tshirt_thumbs/t_050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61688" y="1481328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28" name="Shape 18"/>
          <p:cNvSpPr/>
          <p:nvPr/>
        </p:nvSpPr>
        <p:spPr>
          <a:xfrm>
            <a:off x="4361688" y="1481328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29" name="Text 19"/>
          <p:cNvSpPr/>
          <p:nvPr/>
        </p:nvSpPr>
        <p:spPr>
          <a:xfrm>
            <a:off x="4361688" y="1477670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</a:t>
            </a:r>
            <a:endParaRPr lang="en-US" sz="650" dirty="0"/>
          </a:p>
        </p:txBody>
      </p:sp>
      <p:sp>
        <p:nvSpPr>
          <p:cNvPr id="30" name="Shape 20"/>
          <p:cNvSpPr/>
          <p:nvPr/>
        </p:nvSpPr>
        <p:spPr>
          <a:xfrm>
            <a:off x="457200" y="2121408"/>
            <a:ext cx="137160" cy="137160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31" name="Text 21"/>
          <p:cNvSpPr/>
          <p:nvPr/>
        </p:nvSpPr>
        <p:spPr>
          <a:xfrm>
            <a:off x="667512" y="20574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디자이너·하이엔드</a:t>
            </a:r>
            <a:pPr indent="0" marL="0">
              <a:buNone/>
            </a:pPr>
            <a:r>
              <a:rPr lang="en-US" sz="9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9개</a:t>
            </a:r>
            <a:endParaRPr lang="en-US" sz="1200" dirty="0"/>
          </a:p>
        </p:txBody>
      </p:sp>
      <p:pic>
        <p:nvPicPr>
          <p:cNvPr id="32" name="Image 8" descr="tshirt_thumbs/t_001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2368296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33" name="Shape 22"/>
          <p:cNvSpPr/>
          <p:nvPr/>
        </p:nvSpPr>
        <p:spPr>
          <a:xfrm>
            <a:off x="457200" y="2368296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34" name="Text 23"/>
          <p:cNvSpPr/>
          <p:nvPr/>
        </p:nvSpPr>
        <p:spPr>
          <a:xfrm>
            <a:off x="457200" y="2364638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650" dirty="0"/>
          </a:p>
        </p:txBody>
      </p:sp>
      <p:pic>
        <p:nvPicPr>
          <p:cNvPr id="35" name="Image 9" descr="tshirt_thumbs/t_011.jp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4984" y="2368296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36" name="Shape 24"/>
          <p:cNvSpPr/>
          <p:nvPr/>
        </p:nvSpPr>
        <p:spPr>
          <a:xfrm>
            <a:off x="1014984" y="2368296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37" name="Text 25"/>
          <p:cNvSpPr/>
          <p:nvPr/>
        </p:nvSpPr>
        <p:spPr>
          <a:xfrm>
            <a:off x="1014984" y="2364638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650" dirty="0"/>
          </a:p>
        </p:txBody>
      </p:sp>
      <p:pic>
        <p:nvPicPr>
          <p:cNvPr id="38" name="Image 10" descr="tshirt_thumbs/t_014.jp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72768" y="2368296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39" name="Shape 26"/>
          <p:cNvSpPr/>
          <p:nvPr/>
        </p:nvSpPr>
        <p:spPr>
          <a:xfrm>
            <a:off x="1572768" y="2368296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40" name="Text 27"/>
          <p:cNvSpPr/>
          <p:nvPr/>
        </p:nvSpPr>
        <p:spPr>
          <a:xfrm>
            <a:off x="1572768" y="2364638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650" dirty="0"/>
          </a:p>
        </p:txBody>
      </p:sp>
      <p:pic>
        <p:nvPicPr>
          <p:cNvPr id="41" name="Image 11" descr="tshirt_thumbs/t_015.jp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30552" y="2368296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42" name="Shape 28"/>
          <p:cNvSpPr/>
          <p:nvPr/>
        </p:nvSpPr>
        <p:spPr>
          <a:xfrm>
            <a:off x="2130552" y="2368296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43" name="Text 29"/>
          <p:cNvSpPr/>
          <p:nvPr/>
        </p:nvSpPr>
        <p:spPr>
          <a:xfrm>
            <a:off x="2130552" y="2364638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650" dirty="0"/>
          </a:p>
        </p:txBody>
      </p:sp>
      <p:pic>
        <p:nvPicPr>
          <p:cNvPr id="44" name="Image 12" descr="tshirt_thumbs/t_029.jp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88336" y="2368296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45" name="Shape 30"/>
          <p:cNvSpPr/>
          <p:nvPr/>
        </p:nvSpPr>
        <p:spPr>
          <a:xfrm>
            <a:off x="2688336" y="2368296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46" name="Text 31"/>
          <p:cNvSpPr/>
          <p:nvPr/>
        </p:nvSpPr>
        <p:spPr>
          <a:xfrm>
            <a:off x="2688336" y="2364638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</a:t>
            </a:r>
            <a:endParaRPr lang="en-US" sz="650" dirty="0"/>
          </a:p>
        </p:txBody>
      </p:sp>
      <p:pic>
        <p:nvPicPr>
          <p:cNvPr id="47" name="Image 13" descr="tshirt_thumbs/t_030.jp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46120" y="2368296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48" name="Shape 32"/>
          <p:cNvSpPr/>
          <p:nvPr/>
        </p:nvSpPr>
        <p:spPr>
          <a:xfrm>
            <a:off x="3246120" y="2368296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49" name="Text 33"/>
          <p:cNvSpPr/>
          <p:nvPr/>
        </p:nvSpPr>
        <p:spPr>
          <a:xfrm>
            <a:off x="3246120" y="2364638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</a:t>
            </a:r>
            <a:endParaRPr lang="en-US" sz="650" dirty="0"/>
          </a:p>
        </p:txBody>
      </p:sp>
      <p:pic>
        <p:nvPicPr>
          <p:cNvPr id="50" name="Image 14" descr="tshirt_thumbs/t_036.jp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03904" y="2368296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51" name="Shape 34"/>
          <p:cNvSpPr/>
          <p:nvPr/>
        </p:nvSpPr>
        <p:spPr>
          <a:xfrm>
            <a:off x="3803904" y="2368296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52" name="Text 35"/>
          <p:cNvSpPr/>
          <p:nvPr/>
        </p:nvSpPr>
        <p:spPr>
          <a:xfrm>
            <a:off x="3803904" y="2364638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</a:t>
            </a:r>
            <a:endParaRPr lang="en-US" sz="650" dirty="0"/>
          </a:p>
        </p:txBody>
      </p:sp>
      <p:pic>
        <p:nvPicPr>
          <p:cNvPr id="53" name="Image 15" descr="tshirt_thumbs/t_048.jp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61688" y="2368296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54" name="Shape 36"/>
          <p:cNvSpPr/>
          <p:nvPr/>
        </p:nvSpPr>
        <p:spPr>
          <a:xfrm>
            <a:off x="4361688" y="2368296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55" name="Text 37"/>
          <p:cNvSpPr/>
          <p:nvPr/>
        </p:nvSpPr>
        <p:spPr>
          <a:xfrm>
            <a:off x="4361688" y="2364638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</a:t>
            </a:r>
            <a:endParaRPr lang="en-US" sz="650" dirty="0"/>
          </a:p>
        </p:txBody>
      </p:sp>
      <p:pic>
        <p:nvPicPr>
          <p:cNvPr id="56" name="Image 16" descr="tshirt_thumbs/t_049.jp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919472" y="2368296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57" name="Shape 38"/>
          <p:cNvSpPr/>
          <p:nvPr/>
        </p:nvSpPr>
        <p:spPr>
          <a:xfrm>
            <a:off x="4919472" y="2368296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58" name="Text 39"/>
          <p:cNvSpPr/>
          <p:nvPr/>
        </p:nvSpPr>
        <p:spPr>
          <a:xfrm>
            <a:off x="4919472" y="2364638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49</a:t>
            </a:r>
            <a:endParaRPr lang="en-US" sz="650" dirty="0"/>
          </a:p>
        </p:txBody>
      </p:sp>
      <p:sp>
        <p:nvSpPr>
          <p:cNvPr id="59" name="Shape 40"/>
          <p:cNvSpPr/>
          <p:nvPr/>
        </p:nvSpPr>
        <p:spPr>
          <a:xfrm>
            <a:off x="457200" y="3008376"/>
            <a:ext cx="137160" cy="137160"/>
          </a:xfrm>
          <a:prstGeom prst="rect">
            <a:avLst/>
          </a:prstGeom>
          <a:solidFill>
            <a:srgbClr val="8A8177"/>
          </a:solidFill>
          <a:ln/>
        </p:spPr>
      </p:sp>
      <p:sp>
        <p:nvSpPr>
          <p:cNvPr id="60" name="Text 41"/>
          <p:cNvSpPr/>
          <p:nvPr/>
        </p:nvSpPr>
        <p:spPr>
          <a:xfrm>
            <a:off x="667512" y="29443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일본 셀렉트·미들</a:t>
            </a:r>
            <a:pPr indent="0" marL="0">
              <a:buNone/>
            </a:pPr>
            <a:r>
              <a:rPr lang="en-US" sz="9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12개</a:t>
            </a:r>
            <a:endParaRPr lang="en-US" sz="1200" dirty="0"/>
          </a:p>
        </p:txBody>
      </p:sp>
      <p:pic>
        <p:nvPicPr>
          <p:cNvPr id="61" name="Image 17" descr="tshirt_thumbs/t_004.jp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7200" y="3255264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62" name="Shape 42"/>
          <p:cNvSpPr/>
          <p:nvPr/>
        </p:nvSpPr>
        <p:spPr>
          <a:xfrm>
            <a:off x="457200" y="3255264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63" name="Text 43"/>
          <p:cNvSpPr/>
          <p:nvPr/>
        </p:nvSpPr>
        <p:spPr>
          <a:xfrm>
            <a:off x="457200" y="3251606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650" dirty="0"/>
          </a:p>
        </p:txBody>
      </p:sp>
      <p:pic>
        <p:nvPicPr>
          <p:cNvPr id="64" name="Image 18" descr="tshirt_thumbs/t_007.jp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14984" y="3255264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65" name="Shape 44"/>
          <p:cNvSpPr/>
          <p:nvPr/>
        </p:nvSpPr>
        <p:spPr>
          <a:xfrm>
            <a:off x="1014984" y="3255264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66" name="Text 45"/>
          <p:cNvSpPr/>
          <p:nvPr/>
        </p:nvSpPr>
        <p:spPr>
          <a:xfrm>
            <a:off x="1014984" y="3251606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650" dirty="0"/>
          </a:p>
        </p:txBody>
      </p:sp>
      <p:pic>
        <p:nvPicPr>
          <p:cNvPr id="67" name="Image 19" descr="tshirt_thumbs/t_013.jp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572768" y="3255264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68" name="Shape 46"/>
          <p:cNvSpPr/>
          <p:nvPr/>
        </p:nvSpPr>
        <p:spPr>
          <a:xfrm>
            <a:off x="1572768" y="3255264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69" name="Text 47"/>
          <p:cNvSpPr/>
          <p:nvPr/>
        </p:nvSpPr>
        <p:spPr>
          <a:xfrm>
            <a:off x="1572768" y="3251606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650" dirty="0"/>
          </a:p>
        </p:txBody>
      </p:sp>
      <p:pic>
        <p:nvPicPr>
          <p:cNvPr id="70" name="Image 20" descr="tshirt_thumbs/t_022.jp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130552" y="3255264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71" name="Shape 48"/>
          <p:cNvSpPr/>
          <p:nvPr/>
        </p:nvSpPr>
        <p:spPr>
          <a:xfrm>
            <a:off x="2130552" y="3255264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72" name="Text 49"/>
          <p:cNvSpPr/>
          <p:nvPr/>
        </p:nvSpPr>
        <p:spPr>
          <a:xfrm>
            <a:off x="2130552" y="3251606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650" dirty="0"/>
          </a:p>
        </p:txBody>
      </p:sp>
      <p:pic>
        <p:nvPicPr>
          <p:cNvPr id="73" name="Image 21" descr="tshirt_thumbs/t_024.jp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688336" y="3255264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74" name="Shape 50"/>
          <p:cNvSpPr/>
          <p:nvPr/>
        </p:nvSpPr>
        <p:spPr>
          <a:xfrm>
            <a:off x="2688336" y="3255264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75" name="Text 51"/>
          <p:cNvSpPr/>
          <p:nvPr/>
        </p:nvSpPr>
        <p:spPr>
          <a:xfrm>
            <a:off x="2688336" y="3251606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650" dirty="0"/>
          </a:p>
        </p:txBody>
      </p:sp>
      <p:pic>
        <p:nvPicPr>
          <p:cNvPr id="76" name="Image 22" descr="tshirt_thumbs/t_025.jp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246120" y="3255264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77" name="Shape 52"/>
          <p:cNvSpPr/>
          <p:nvPr/>
        </p:nvSpPr>
        <p:spPr>
          <a:xfrm>
            <a:off x="3246120" y="3255264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78" name="Text 53"/>
          <p:cNvSpPr/>
          <p:nvPr/>
        </p:nvSpPr>
        <p:spPr>
          <a:xfrm>
            <a:off x="3246120" y="3251606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650" dirty="0"/>
          </a:p>
        </p:txBody>
      </p:sp>
      <p:pic>
        <p:nvPicPr>
          <p:cNvPr id="79" name="Image 23" descr="tshirt_thumbs/t_039.jp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803904" y="3255264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80" name="Shape 54"/>
          <p:cNvSpPr/>
          <p:nvPr/>
        </p:nvSpPr>
        <p:spPr>
          <a:xfrm>
            <a:off x="3803904" y="3255264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81" name="Text 55"/>
          <p:cNvSpPr/>
          <p:nvPr/>
        </p:nvSpPr>
        <p:spPr>
          <a:xfrm>
            <a:off x="3803904" y="3251606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</a:t>
            </a:r>
            <a:endParaRPr lang="en-US" sz="650" dirty="0"/>
          </a:p>
        </p:txBody>
      </p:sp>
      <p:pic>
        <p:nvPicPr>
          <p:cNvPr id="82" name="Image 24" descr="tshirt_thumbs/t_040.jp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361688" y="3255264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83" name="Shape 56"/>
          <p:cNvSpPr/>
          <p:nvPr/>
        </p:nvSpPr>
        <p:spPr>
          <a:xfrm>
            <a:off x="4361688" y="3255264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84" name="Text 57"/>
          <p:cNvSpPr/>
          <p:nvPr/>
        </p:nvSpPr>
        <p:spPr>
          <a:xfrm>
            <a:off x="4361688" y="3251606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</a:t>
            </a:r>
            <a:endParaRPr lang="en-US" sz="650" dirty="0"/>
          </a:p>
        </p:txBody>
      </p:sp>
      <p:pic>
        <p:nvPicPr>
          <p:cNvPr id="85" name="Image 25" descr="tshirt_thumbs/t_041.jp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919472" y="3255264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86" name="Shape 58"/>
          <p:cNvSpPr/>
          <p:nvPr/>
        </p:nvSpPr>
        <p:spPr>
          <a:xfrm>
            <a:off x="4919472" y="3255264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87" name="Text 59"/>
          <p:cNvSpPr/>
          <p:nvPr/>
        </p:nvSpPr>
        <p:spPr>
          <a:xfrm>
            <a:off x="4919472" y="3251606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</a:t>
            </a:r>
            <a:endParaRPr lang="en-US" sz="650" dirty="0"/>
          </a:p>
        </p:txBody>
      </p:sp>
      <p:pic>
        <p:nvPicPr>
          <p:cNvPr id="88" name="Image 26" descr="tshirt_thumbs/t_042.jp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477256" y="3255264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89" name="Shape 60"/>
          <p:cNvSpPr/>
          <p:nvPr/>
        </p:nvSpPr>
        <p:spPr>
          <a:xfrm>
            <a:off x="5477256" y="3255264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90" name="Text 61"/>
          <p:cNvSpPr/>
          <p:nvPr/>
        </p:nvSpPr>
        <p:spPr>
          <a:xfrm>
            <a:off x="5477256" y="3251606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</a:t>
            </a:r>
            <a:endParaRPr lang="en-US" sz="650" dirty="0"/>
          </a:p>
        </p:txBody>
      </p:sp>
      <p:pic>
        <p:nvPicPr>
          <p:cNvPr id="91" name="Image 27" descr="tshirt_thumbs/t_044.jp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035040" y="3255264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92" name="Shape 62"/>
          <p:cNvSpPr/>
          <p:nvPr/>
        </p:nvSpPr>
        <p:spPr>
          <a:xfrm>
            <a:off x="6035040" y="3255264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93" name="Text 63"/>
          <p:cNvSpPr/>
          <p:nvPr/>
        </p:nvSpPr>
        <p:spPr>
          <a:xfrm>
            <a:off x="6035040" y="3251606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</a:t>
            </a:r>
            <a:endParaRPr lang="en-US" sz="650" dirty="0"/>
          </a:p>
        </p:txBody>
      </p:sp>
      <p:pic>
        <p:nvPicPr>
          <p:cNvPr id="94" name="Image 28" descr="tshirt_thumbs/t_046.jp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592824" y="3255264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95" name="Shape 64"/>
          <p:cNvSpPr/>
          <p:nvPr/>
        </p:nvSpPr>
        <p:spPr>
          <a:xfrm>
            <a:off x="6592824" y="3255264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96" name="Text 65"/>
          <p:cNvSpPr/>
          <p:nvPr/>
        </p:nvSpPr>
        <p:spPr>
          <a:xfrm>
            <a:off x="6592824" y="3251606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</a:t>
            </a:r>
            <a:endParaRPr lang="en-US" sz="650" dirty="0"/>
          </a:p>
        </p:txBody>
      </p:sp>
      <p:sp>
        <p:nvSpPr>
          <p:cNvPr id="97" name="Shape 66"/>
          <p:cNvSpPr/>
          <p:nvPr/>
        </p:nvSpPr>
        <p:spPr>
          <a:xfrm>
            <a:off x="457200" y="3895344"/>
            <a:ext cx="137160" cy="137160"/>
          </a:xfrm>
          <a:prstGeom prst="rect">
            <a:avLst/>
          </a:prstGeom>
          <a:solidFill>
            <a:srgbClr val="B99B6B"/>
          </a:solidFill>
          <a:ln/>
        </p:spPr>
      </p:sp>
      <p:sp>
        <p:nvSpPr>
          <p:cNvPr id="98" name="Text 67"/>
          <p:cNvSpPr/>
          <p:nvPr/>
        </p:nvSpPr>
        <p:spPr>
          <a:xfrm>
            <a:off x="667512" y="3831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스트리트·K/트렌드</a:t>
            </a:r>
            <a:pPr indent="0" marL="0">
              <a:buNone/>
            </a:pPr>
            <a:r>
              <a:rPr lang="en-US" sz="9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5개</a:t>
            </a:r>
            <a:endParaRPr lang="en-US" sz="1200" dirty="0"/>
          </a:p>
        </p:txBody>
      </p:sp>
      <p:pic>
        <p:nvPicPr>
          <p:cNvPr id="99" name="Image 29" descr="tshirt_thumbs/t_002.jp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57200" y="4142232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00" name="Shape 68"/>
          <p:cNvSpPr/>
          <p:nvPr/>
        </p:nvSpPr>
        <p:spPr>
          <a:xfrm>
            <a:off x="457200" y="4142232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01" name="Text 69"/>
          <p:cNvSpPr/>
          <p:nvPr/>
        </p:nvSpPr>
        <p:spPr>
          <a:xfrm>
            <a:off x="457200" y="4138574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650" dirty="0"/>
          </a:p>
        </p:txBody>
      </p:sp>
      <p:pic>
        <p:nvPicPr>
          <p:cNvPr id="102" name="Image 30" descr="tshirt_thumbs/t_008.jp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14984" y="4142232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03" name="Shape 70"/>
          <p:cNvSpPr/>
          <p:nvPr/>
        </p:nvSpPr>
        <p:spPr>
          <a:xfrm>
            <a:off x="1014984" y="4142232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04" name="Text 71"/>
          <p:cNvSpPr/>
          <p:nvPr/>
        </p:nvSpPr>
        <p:spPr>
          <a:xfrm>
            <a:off x="1014984" y="4138574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650" dirty="0"/>
          </a:p>
        </p:txBody>
      </p:sp>
      <p:pic>
        <p:nvPicPr>
          <p:cNvPr id="105" name="Image 31" descr="tshirt_thumbs/t_012.jp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572768" y="4142232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06" name="Shape 72"/>
          <p:cNvSpPr/>
          <p:nvPr/>
        </p:nvSpPr>
        <p:spPr>
          <a:xfrm>
            <a:off x="1572768" y="4142232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07" name="Text 73"/>
          <p:cNvSpPr/>
          <p:nvPr/>
        </p:nvSpPr>
        <p:spPr>
          <a:xfrm>
            <a:off x="1572768" y="4138574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650" dirty="0"/>
          </a:p>
        </p:txBody>
      </p:sp>
      <p:pic>
        <p:nvPicPr>
          <p:cNvPr id="108" name="Image 32" descr="tshirt_thumbs/t_016.jp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130552" y="4142232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09" name="Shape 74"/>
          <p:cNvSpPr/>
          <p:nvPr/>
        </p:nvSpPr>
        <p:spPr>
          <a:xfrm>
            <a:off x="2130552" y="4142232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10" name="Text 75"/>
          <p:cNvSpPr/>
          <p:nvPr/>
        </p:nvSpPr>
        <p:spPr>
          <a:xfrm>
            <a:off x="2130552" y="4138574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650" dirty="0"/>
          </a:p>
        </p:txBody>
      </p:sp>
      <p:pic>
        <p:nvPicPr>
          <p:cNvPr id="111" name="Image 33" descr="tshirt_thumbs/t_019.jp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2688336" y="4142232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12" name="Shape 76"/>
          <p:cNvSpPr/>
          <p:nvPr/>
        </p:nvSpPr>
        <p:spPr>
          <a:xfrm>
            <a:off x="2688336" y="4142232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13" name="Text 77"/>
          <p:cNvSpPr/>
          <p:nvPr/>
        </p:nvSpPr>
        <p:spPr>
          <a:xfrm>
            <a:off x="2688336" y="4138574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650" dirty="0"/>
          </a:p>
        </p:txBody>
      </p:sp>
      <p:sp>
        <p:nvSpPr>
          <p:cNvPr id="114" name="Shape 78"/>
          <p:cNvSpPr/>
          <p:nvPr/>
        </p:nvSpPr>
        <p:spPr>
          <a:xfrm>
            <a:off x="457200" y="4782312"/>
            <a:ext cx="137160" cy="137160"/>
          </a:xfrm>
          <a:prstGeom prst="rect">
            <a:avLst/>
          </a:prstGeom>
          <a:solidFill>
            <a:srgbClr val="5E7787"/>
          </a:solidFill>
          <a:ln/>
        </p:spPr>
      </p:sp>
      <p:sp>
        <p:nvSpPr>
          <p:cNvPr id="115" name="Text 79"/>
          <p:cNvSpPr/>
          <p:nvPr/>
        </p:nvSpPr>
        <p:spPr>
          <a:xfrm>
            <a:off x="667512" y="4718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저가·SPA·카탈로그</a:t>
            </a:r>
            <a:pPr indent="0" marL="0">
              <a:buNone/>
            </a:pPr>
            <a:r>
              <a:rPr lang="en-US" sz="9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16개</a:t>
            </a:r>
            <a:endParaRPr lang="en-US" sz="1200" dirty="0"/>
          </a:p>
        </p:txBody>
      </p:sp>
      <p:pic>
        <p:nvPicPr>
          <p:cNvPr id="116" name="Image 34" descr="tshirt_thumbs/t_003.jp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57200" y="5029200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17" name="Shape 80"/>
          <p:cNvSpPr/>
          <p:nvPr/>
        </p:nvSpPr>
        <p:spPr>
          <a:xfrm>
            <a:off x="457200" y="5029200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18" name="Text 81"/>
          <p:cNvSpPr/>
          <p:nvPr/>
        </p:nvSpPr>
        <p:spPr>
          <a:xfrm>
            <a:off x="457200" y="5025542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650" dirty="0"/>
          </a:p>
        </p:txBody>
      </p:sp>
      <p:pic>
        <p:nvPicPr>
          <p:cNvPr id="119" name="Image 35" descr="tshirt_thumbs/t_006.jp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014984" y="5029200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20" name="Shape 82"/>
          <p:cNvSpPr/>
          <p:nvPr/>
        </p:nvSpPr>
        <p:spPr>
          <a:xfrm>
            <a:off x="1014984" y="5029200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21" name="Text 83"/>
          <p:cNvSpPr/>
          <p:nvPr/>
        </p:nvSpPr>
        <p:spPr>
          <a:xfrm>
            <a:off x="1014984" y="5025542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650" dirty="0"/>
          </a:p>
        </p:txBody>
      </p:sp>
      <p:pic>
        <p:nvPicPr>
          <p:cNvPr id="122" name="Image 36" descr="tshirt_thumbs/t_009.jp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572768" y="5029200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23" name="Shape 84"/>
          <p:cNvSpPr/>
          <p:nvPr/>
        </p:nvSpPr>
        <p:spPr>
          <a:xfrm>
            <a:off x="1572768" y="5029200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24" name="Text 85"/>
          <p:cNvSpPr/>
          <p:nvPr/>
        </p:nvSpPr>
        <p:spPr>
          <a:xfrm>
            <a:off x="1572768" y="5025542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650" dirty="0"/>
          </a:p>
        </p:txBody>
      </p:sp>
      <p:pic>
        <p:nvPicPr>
          <p:cNvPr id="125" name="Image 37" descr="tshirt_thumbs/t_010.jp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2130552" y="5029200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26" name="Shape 86"/>
          <p:cNvSpPr/>
          <p:nvPr/>
        </p:nvSpPr>
        <p:spPr>
          <a:xfrm>
            <a:off x="2130552" y="5029200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27" name="Text 87"/>
          <p:cNvSpPr/>
          <p:nvPr/>
        </p:nvSpPr>
        <p:spPr>
          <a:xfrm>
            <a:off x="2130552" y="5025542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650" dirty="0"/>
          </a:p>
        </p:txBody>
      </p:sp>
      <p:pic>
        <p:nvPicPr>
          <p:cNvPr id="128" name="Image 38" descr="tshirt_thumbs/t_017.jp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2688336" y="5029200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29" name="Shape 88"/>
          <p:cNvSpPr/>
          <p:nvPr/>
        </p:nvSpPr>
        <p:spPr>
          <a:xfrm>
            <a:off x="2688336" y="5029200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30" name="Text 89"/>
          <p:cNvSpPr/>
          <p:nvPr/>
        </p:nvSpPr>
        <p:spPr>
          <a:xfrm>
            <a:off x="2688336" y="5025542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650" dirty="0"/>
          </a:p>
        </p:txBody>
      </p:sp>
      <p:pic>
        <p:nvPicPr>
          <p:cNvPr id="131" name="Image 39" descr="tshirt_thumbs/t_018.jp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3246120" y="5029200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32" name="Shape 90"/>
          <p:cNvSpPr/>
          <p:nvPr/>
        </p:nvSpPr>
        <p:spPr>
          <a:xfrm>
            <a:off x="3246120" y="5029200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33" name="Text 91"/>
          <p:cNvSpPr/>
          <p:nvPr/>
        </p:nvSpPr>
        <p:spPr>
          <a:xfrm>
            <a:off x="3246120" y="5025542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650" dirty="0"/>
          </a:p>
        </p:txBody>
      </p:sp>
      <p:pic>
        <p:nvPicPr>
          <p:cNvPr id="134" name="Image 40" descr="tshirt_thumbs/t_023.jp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3803904" y="5029200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35" name="Shape 92"/>
          <p:cNvSpPr/>
          <p:nvPr/>
        </p:nvSpPr>
        <p:spPr>
          <a:xfrm>
            <a:off x="3803904" y="5029200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36" name="Text 93"/>
          <p:cNvSpPr/>
          <p:nvPr/>
        </p:nvSpPr>
        <p:spPr>
          <a:xfrm>
            <a:off x="3803904" y="5025542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650" dirty="0"/>
          </a:p>
        </p:txBody>
      </p:sp>
      <p:pic>
        <p:nvPicPr>
          <p:cNvPr id="137" name="Image 41" descr="tshirt_thumbs/t_026.jp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4361688" y="5029200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38" name="Shape 94"/>
          <p:cNvSpPr/>
          <p:nvPr/>
        </p:nvSpPr>
        <p:spPr>
          <a:xfrm>
            <a:off x="4361688" y="5029200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39" name="Text 95"/>
          <p:cNvSpPr/>
          <p:nvPr/>
        </p:nvSpPr>
        <p:spPr>
          <a:xfrm>
            <a:off x="4361688" y="5025542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endParaRPr lang="en-US" sz="650" dirty="0"/>
          </a:p>
        </p:txBody>
      </p:sp>
      <p:pic>
        <p:nvPicPr>
          <p:cNvPr id="140" name="Image 42" descr="tshirt_thumbs/t_027.jp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4919472" y="5029200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41" name="Shape 96"/>
          <p:cNvSpPr/>
          <p:nvPr/>
        </p:nvSpPr>
        <p:spPr>
          <a:xfrm>
            <a:off x="4919472" y="5029200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42" name="Text 97"/>
          <p:cNvSpPr/>
          <p:nvPr/>
        </p:nvSpPr>
        <p:spPr>
          <a:xfrm>
            <a:off x="4919472" y="5025542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</a:t>
            </a:r>
            <a:endParaRPr lang="en-US" sz="650" dirty="0"/>
          </a:p>
        </p:txBody>
      </p:sp>
      <p:pic>
        <p:nvPicPr>
          <p:cNvPr id="143" name="Image 43" descr="tshirt_thumbs/t_031.jp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5477256" y="5029200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44" name="Shape 98"/>
          <p:cNvSpPr/>
          <p:nvPr/>
        </p:nvSpPr>
        <p:spPr>
          <a:xfrm>
            <a:off x="5477256" y="5029200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45" name="Text 99"/>
          <p:cNvSpPr/>
          <p:nvPr/>
        </p:nvSpPr>
        <p:spPr>
          <a:xfrm>
            <a:off x="5477256" y="5025542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</a:t>
            </a:r>
            <a:endParaRPr lang="en-US" sz="650" dirty="0"/>
          </a:p>
        </p:txBody>
      </p:sp>
      <p:pic>
        <p:nvPicPr>
          <p:cNvPr id="146" name="Image 44" descr="tshirt_thumbs/t_033.jp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6035040" y="5029200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47" name="Shape 100"/>
          <p:cNvSpPr/>
          <p:nvPr/>
        </p:nvSpPr>
        <p:spPr>
          <a:xfrm>
            <a:off x="6035040" y="5029200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48" name="Text 101"/>
          <p:cNvSpPr/>
          <p:nvPr/>
        </p:nvSpPr>
        <p:spPr>
          <a:xfrm>
            <a:off x="6035040" y="5025542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</a:t>
            </a:r>
            <a:endParaRPr lang="en-US" sz="650" dirty="0"/>
          </a:p>
        </p:txBody>
      </p:sp>
      <p:pic>
        <p:nvPicPr>
          <p:cNvPr id="149" name="Image 45" descr="tshirt_thumbs/t_035.jp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6592824" y="5029200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50" name="Shape 102"/>
          <p:cNvSpPr/>
          <p:nvPr/>
        </p:nvSpPr>
        <p:spPr>
          <a:xfrm>
            <a:off x="6592824" y="5029200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51" name="Text 103"/>
          <p:cNvSpPr/>
          <p:nvPr/>
        </p:nvSpPr>
        <p:spPr>
          <a:xfrm>
            <a:off x="6592824" y="5025542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</a:t>
            </a:r>
            <a:endParaRPr lang="en-US" sz="650" dirty="0"/>
          </a:p>
        </p:txBody>
      </p:sp>
      <p:pic>
        <p:nvPicPr>
          <p:cNvPr id="152" name="Image 46" descr="tshirt_thumbs/t_037.jp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7150608" y="5029200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53" name="Shape 104"/>
          <p:cNvSpPr/>
          <p:nvPr/>
        </p:nvSpPr>
        <p:spPr>
          <a:xfrm>
            <a:off x="7150608" y="5029200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54" name="Text 105"/>
          <p:cNvSpPr/>
          <p:nvPr/>
        </p:nvSpPr>
        <p:spPr>
          <a:xfrm>
            <a:off x="7150608" y="5025542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</a:t>
            </a:r>
            <a:endParaRPr lang="en-US" sz="650" dirty="0"/>
          </a:p>
        </p:txBody>
      </p:sp>
      <p:pic>
        <p:nvPicPr>
          <p:cNvPr id="155" name="Image 47" descr="tshirt_thumbs/t_043.jp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7708392" y="5029200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56" name="Shape 106"/>
          <p:cNvSpPr/>
          <p:nvPr/>
        </p:nvSpPr>
        <p:spPr>
          <a:xfrm>
            <a:off x="7708392" y="5029200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57" name="Text 107"/>
          <p:cNvSpPr/>
          <p:nvPr/>
        </p:nvSpPr>
        <p:spPr>
          <a:xfrm>
            <a:off x="7708392" y="5025542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</a:t>
            </a:r>
            <a:endParaRPr lang="en-US" sz="650" dirty="0"/>
          </a:p>
        </p:txBody>
      </p:sp>
      <p:pic>
        <p:nvPicPr>
          <p:cNvPr id="158" name="Image 48" descr="tshirt_thumbs/t_045.jp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8266176" y="5029200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59" name="Shape 108"/>
          <p:cNvSpPr/>
          <p:nvPr/>
        </p:nvSpPr>
        <p:spPr>
          <a:xfrm>
            <a:off x="8266176" y="5029200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60" name="Text 109"/>
          <p:cNvSpPr/>
          <p:nvPr/>
        </p:nvSpPr>
        <p:spPr>
          <a:xfrm>
            <a:off x="8266176" y="5025542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</a:t>
            </a:r>
            <a:endParaRPr lang="en-US" sz="650" dirty="0"/>
          </a:p>
        </p:txBody>
      </p:sp>
      <p:pic>
        <p:nvPicPr>
          <p:cNvPr id="161" name="Image 49" descr="tshirt_thumbs/t_047.jp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8823960" y="5029200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62" name="Shape 110"/>
          <p:cNvSpPr/>
          <p:nvPr/>
        </p:nvSpPr>
        <p:spPr>
          <a:xfrm>
            <a:off x="8823960" y="5029200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63" name="Text 111"/>
          <p:cNvSpPr/>
          <p:nvPr/>
        </p:nvSpPr>
        <p:spPr>
          <a:xfrm>
            <a:off x="8823960" y="5025542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</a:t>
            </a:r>
            <a:endParaRPr lang="en-US" sz="650" dirty="0"/>
          </a:p>
        </p:txBody>
      </p:sp>
      <p:sp>
        <p:nvSpPr>
          <p:cNvPr id="164" name="Text 112"/>
          <p:cNvSpPr/>
          <p:nvPr/>
        </p:nvSpPr>
        <p:spPr>
          <a:xfrm>
            <a:off x="457200" y="6053328"/>
            <a:ext cx="11338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브랜드→유형 매핑 기반. 매핑되지 않은 브랜드는 저가·SPA·카탈로그로 분류.</a:t>
            </a:r>
            <a:endParaRPr lang="en-US" sz="1000" dirty="0"/>
          </a:p>
        </p:txBody>
      </p:sp>
      <p:sp>
        <p:nvSpPr>
          <p:cNvPr id="165" name="Text 113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INSIGHTS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티셔츠 Top 50 요약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532120" cy="1965960"/>
          </a:xfrm>
          <a:prstGeom prst="roundRect">
            <a:avLst>
              <a:gd name="adj" fmla="val 2791"/>
            </a:avLst>
          </a:prstGeom>
          <a:solidFill>
            <a:srgbClr val="201D1A"/>
          </a:solidFill>
          <a:ln w="12700">
            <a:solidFill>
              <a:srgbClr val="3A35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002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645920" y="1655064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초분산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645920" y="224028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7C1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 50 안에도 브랜드가 크게 흩어져 절대 강자가 없음 — 완전 경쟁 시장.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417320"/>
            <a:ext cx="5532120" cy="1965960"/>
          </a:xfrm>
          <a:prstGeom prst="roundRect">
            <a:avLst>
              <a:gd name="adj" fmla="val 2791"/>
            </a:avLst>
          </a:prstGeom>
          <a:solidFill>
            <a:srgbClr val="201D1A"/>
          </a:solidFill>
          <a:ln w="12700">
            <a:solidFill>
              <a:srgbClr val="3A35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6002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7452360" y="1655064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가성비 + 디자이너 양극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452360" y="224028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7C1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~2천엔대 가성비와 6천엔+ 고가(EIMY 1위 ¥8,910·MAISON SPECIAL 48위 등)가 공존.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639312"/>
            <a:ext cx="5532120" cy="1965960"/>
          </a:xfrm>
          <a:prstGeom prst="roundRect">
            <a:avLst>
              <a:gd name="adj" fmla="val 2791"/>
            </a:avLst>
          </a:prstGeom>
          <a:solidFill>
            <a:srgbClr val="201D1A"/>
          </a:solidFill>
          <a:ln w="12700">
            <a:solidFill>
              <a:srgbClr val="3A35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22192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645920" y="3877056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핏이 관건 · 하나로 안 묶임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645920" y="4462272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7C1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반팔도 슬림·레귤러·세미오버·오버·크롭 핏이 공존. 「레귤러 하나」로 볼 수 없음 — 핏 구성 자체가 기획 포인트.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3639312"/>
            <a:ext cx="5532120" cy="1965960"/>
          </a:xfrm>
          <a:prstGeom prst="roundRect">
            <a:avLst>
              <a:gd name="adj" fmla="val 2791"/>
            </a:avLst>
          </a:prstGeom>
          <a:solidFill>
            <a:srgbClr val="201D1A"/>
          </a:solidFill>
          <a:ln w="12700">
            <a:solidFill>
              <a:srgbClr val="3A35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3822192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7452360" y="3877056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K·디자이너 브랜드 존재감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452360" y="4462272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7C1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NOGLE(8위)·MIRROR STOKE(2위) K트렌드 + MARY QUANT(14위)·musubore(29위 아트) 등 그래픽·디자이너 브랜드.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355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5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실시간 판매 랭킹 스냅샷 · 프린트/패턴·유형/디테일 모두 이미지 육안 재분류 · 2026.08.12 zozo.jp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hirt_thumbs/t_0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8472" y="0"/>
            <a:ext cx="1920240" cy="2286000"/>
          </a:xfrm>
          <a:prstGeom prst="rect">
            <a:avLst/>
          </a:prstGeom>
        </p:spPr>
      </p:pic>
      <p:pic>
        <p:nvPicPr>
          <p:cNvPr id="3" name="Image 1" descr="shirt_thumbs/t_040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8712" y="0"/>
            <a:ext cx="1920240" cy="2286000"/>
          </a:xfrm>
          <a:prstGeom prst="rect">
            <a:avLst/>
          </a:prstGeom>
        </p:spPr>
      </p:pic>
      <p:pic>
        <p:nvPicPr>
          <p:cNvPr id="4" name="Image 2" descr="shirt_thumbs/t_049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8472" y="2286000"/>
            <a:ext cx="1920240" cy="2286000"/>
          </a:xfrm>
          <a:prstGeom prst="rect">
            <a:avLst/>
          </a:prstGeom>
        </p:spPr>
      </p:pic>
      <p:pic>
        <p:nvPicPr>
          <p:cNvPr id="5" name="Image 3" descr="shirt_thumbs/t_045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8712" y="2286000"/>
            <a:ext cx="1920240" cy="2286000"/>
          </a:xfrm>
          <a:prstGeom prst="rect">
            <a:avLst/>
          </a:prstGeom>
        </p:spPr>
      </p:pic>
      <p:pic>
        <p:nvPicPr>
          <p:cNvPr id="6" name="Image 4" descr="shirt_thumbs/t_013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8472" y="4572000"/>
            <a:ext cx="1920240" cy="2286000"/>
          </a:xfrm>
          <a:prstGeom prst="rect">
            <a:avLst/>
          </a:prstGeom>
        </p:spPr>
      </p:pic>
      <p:pic>
        <p:nvPicPr>
          <p:cNvPr id="7" name="Image 5" descr="shirt_thumbs/t_036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8712" y="4572000"/>
            <a:ext cx="1920240" cy="2286000"/>
          </a:xfrm>
          <a:prstGeom prst="rect">
            <a:avLst/>
          </a:prstGeom>
        </p:spPr>
      </p:pic>
      <p:sp>
        <p:nvSpPr>
          <p:cNvPr id="8" name="Shape 0"/>
          <p:cNvSpPr/>
          <p:nvPr/>
        </p:nvSpPr>
        <p:spPr>
          <a:xfrm>
            <a:off x="8348472" y="0"/>
            <a:ext cx="3840480" cy="6858000"/>
          </a:xfrm>
          <a:prstGeom prst="rect">
            <a:avLst/>
          </a:prstGeom>
          <a:solidFill>
            <a:srgbClr val="141210">
              <a:alpha val="50000"/>
            </a:srgbClr>
          </a:solidFill>
          <a:ln/>
        </p:spPr>
      </p:sp>
      <p:sp>
        <p:nvSpPr>
          <p:cNvPr id="9" name="Text 1"/>
          <p:cNvSpPr/>
          <p:nvPr/>
        </p:nvSpPr>
        <p:spPr>
          <a:xfrm>
            <a:off x="640080" y="1371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ZOZOTOWN · WOMEN SHIRT/BLOUSE TOP 50</a:t>
            </a:r>
            <a:endParaRPr lang="en-US" sz="1200" dirty="0"/>
          </a:p>
        </p:txBody>
      </p:sp>
      <p:sp>
        <p:nvSpPr>
          <p:cNvPr id="10" name="Text 2"/>
          <p:cNvSpPr/>
          <p:nvPr/>
        </p:nvSpPr>
        <p:spPr>
          <a:xfrm>
            <a:off x="640080" y="1783080"/>
            <a:ext cx="7589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여성 셔츠/블라우스</a:t>
            </a:r>
            <a:endParaRPr lang="en-US" sz="38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인기 랭킹 50 · 사진 그룹핑</a:t>
            </a:r>
            <a:endParaRPr lang="en-US" sz="3800" dirty="0"/>
          </a:p>
        </p:txBody>
      </p:sp>
      <p:sp>
        <p:nvSpPr>
          <p:cNvPr id="11" name="Text 3"/>
          <p:cNvSpPr/>
          <p:nvPr/>
        </p:nvSpPr>
        <p:spPr>
          <a:xfrm>
            <a:off x="658368" y="3794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2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세대 · 50개 상품을 가격·패턴·디테일·브랜드 관점으로 그룹핑</a:t>
            </a:r>
            <a:endParaRPr lang="en-US" sz="1300" dirty="0"/>
          </a:p>
        </p:txBody>
      </p:sp>
      <p:sp>
        <p:nvSpPr>
          <p:cNvPr id="12" name="Text 4"/>
          <p:cNvSpPr/>
          <p:nvPr/>
        </p:nvSpPr>
        <p:spPr>
          <a:xfrm>
            <a:off x="658368" y="5440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5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2026.08.12 · zozo.jp 여성 셔츠/블라우스 실시간 판매 랭킹 Top 50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RANKING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 50 전체 그리드 (판매순)</a:t>
            </a:r>
            <a:endParaRPr lang="en-US" sz="2600" dirty="0"/>
          </a:p>
        </p:txBody>
      </p:sp>
      <p:pic>
        <p:nvPicPr>
          <p:cNvPr id="4" name="Image 0" descr="shirt_thumbs/t_0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8672" y="1371600"/>
            <a:ext cx="901598" cy="90159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258672" y="1371600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258672" y="1367942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  <p:pic>
        <p:nvPicPr>
          <p:cNvPr id="7" name="Image 1" descr="shirt_thumbs/t_00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3422" y="1371600"/>
            <a:ext cx="901598" cy="90159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233422" y="1371600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9" name="Text 5"/>
          <p:cNvSpPr/>
          <p:nvPr/>
        </p:nvSpPr>
        <p:spPr>
          <a:xfrm>
            <a:off x="2233422" y="1367942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pic>
        <p:nvPicPr>
          <p:cNvPr id="10" name="Image 2" descr="shirt_thumbs/t_00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8172" y="1371600"/>
            <a:ext cx="901598" cy="90159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3208172" y="1371600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12" name="Text 7"/>
          <p:cNvSpPr/>
          <p:nvPr/>
        </p:nvSpPr>
        <p:spPr>
          <a:xfrm>
            <a:off x="3208172" y="1367942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  <p:pic>
        <p:nvPicPr>
          <p:cNvPr id="13" name="Image 3" descr="shirt_thumbs/t_004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2923" y="1371600"/>
            <a:ext cx="901598" cy="901598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182923" y="1371600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15" name="Text 9"/>
          <p:cNvSpPr/>
          <p:nvPr/>
        </p:nvSpPr>
        <p:spPr>
          <a:xfrm>
            <a:off x="4182923" y="1367942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  <p:pic>
        <p:nvPicPr>
          <p:cNvPr id="16" name="Image 4" descr="shirt_thumbs/t_005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7673" y="1371600"/>
            <a:ext cx="901598" cy="901598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5157673" y="1371600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18" name="Text 11"/>
          <p:cNvSpPr/>
          <p:nvPr/>
        </p:nvSpPr>
        <p:spPr>
          <a:xfrm>
            <a:off x="5157673" y="1367942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  <p:pic>
        <p:nvPicPr>
          <p:cNvPr id="19" name="Image 5" descr="shirt_thumbs/t_006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2424" y="1371600"/>
            <a:ext cx="901598" cy="901598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6132424" y="1371600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21" name="Text 13"/>
          <p:cNvSpPr/>
          <p:nvPr/>
        </p:nvSpPr>
        <p:spPr>
          <a:xfrm>
            <a:off x="6132424" y="1367942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  <p:pic>
        <p:nvPicPr>
          <p:cNvPr id="22" name="Image 6" descr="shirt_thumbs/t_007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7174" y="1371600"/>
            <a:ext cx="901598" cy="901598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7107174" y="1371600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24" name="Text 15"/>
          <p:cNvSpPr/>
          <p:nvPr/>
        </p:nvSpPr>
        <p:spPr>
          <a:xfrm>
            <a:off x="7107174" y="1367942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  <p:pic>
        <p:nvPicPr>
          <p:cNvPr id="25" name="Image 7" descr="shirt_thumbs/t_008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1924" y="1371600"/>
            <a:ext cx="901598" cy="901598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081924" y="1371600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27" name="Text 17"/>
          <p:cNvSpPr/>
          <p:nvPr/>
        </p:nvSpPr>
        <p:spPr>
          <a:xfrm>
            <a:off x="8081924" y="1367942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  <p:pic>
        <p:nvPicPr>
          <p:cNvPr id="28" name="Image 8" descr="shirt_thumbs/t_009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56675" y="1371600"/>
            <a:ext cx="901598" cy="901598"/>
          </a:xfrm>
          <a:prstGeom prst="rect">
            <a:avLst/>
          </a:prstGeom>
        </p:spPr>
      </p:pic>
      <p:sp>
        <p:nvSpPr>
          <p:cNvPr id="29" name="Shape 18"/>
          <p:cNvSpPr/>
          <p:nvPr/>
        </p:nvSpPr>
        <p:spPr>
          <a:xfrm>
            <a:off x="9056675" y="1371600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30" name="Text 19"/>
          <p:cNvSpPr/>
          <p:nvPr/>
        </p:nvSpPr>
        <p:spPr>
          <a:xfrm>
            <a:off x="9056675" y="1367942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  <p:pic>
        <p:nvPicPr>
          <p:cNvPr id="31" name="Image 9" descr="shirt_thumbs/t_010.jp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31425" y="1371600"/>
            <a:ext cx="901598" cy="901598"/>
          </a:xfrm>
          <a:prstGeom prst="rect">
            <a:avLst/>
          </a:prstGeom>
        </p:spPr>
      </p:pic>
      <p:sp>
        <p:nvSpPr>
          <p:cNvPr id="32" name="Shape 20"/>
          <p:cNvSpPr/>
          <p:nvPr/>
        </p:nvSpPr>
        <p:spPr>
          <a:xfrm>
            <a:off x="10031425" y="1371600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33" name="Text 21"/>
          <p:cNvSpPr/>
          <p:nvPr/>
        </p:nvSpPr>
        <p:spPr>
          <a:xfrm>
            <a:off x="10031425" y="1367942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  <p:pic>
        <p:nvPicPr>
          <p:cNvPr id="34" name="Image 10" descr="shirt_thumbs/t_011.jp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58672" y="2346350"/>
            <a:ext cx="901598" cy="901598"/>
          </a:xfrm>
          <a:prstGeom prst="rect">
            <a:avLst/>
          </a:prstGeom>
        </p:spPr>
      </p:pic>
      <p:sp>
        <p:nvSpPr>
          <p:cNvPr id="35" name="Shape 22"/>
          <p:cNvSpPr/>
          <p:nvPr/>
        </p:nvSpPr>
        <p:spPr>
          <a:xfrm>
            <a:off x="1258672" y="2346350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36" name="Text 23"/>
          <p:cNvSpPr/>
          <p:nvPr/>
        </p:nvSpPr>
        <p:spPr>
          <a:xfrm>
            <a:off x="1258672" y="2342693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  <p:pic>
        <p:nvPicPr>
          <p:cNvPr id="37" name="Image 11" descr="shirt_thumbs/t_012.jp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33422" y="2346350"/>
            <a:ext cx="901598" cy="901598"/>
          </a:xfrm>
          <a:prstGeom prst="rect">
            <a:avLst/>
          </a:prstGeom>
        </p:spPr>
      </p:pic>
      <p:sp>
        <p:nvSpPr>
          <p:cNvPr id="38" name="Shape 24"/>
          <p:cNvSpPr/>
          <p:nvPr/>
        </p:nvSpPr>
        <p:spPr>
          <a:xfrm>
            <a:off x="2233422" y="2346350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39" name="Text 25"/>
          <p:cNvSpPr/>
          <p:nvPr/>
        </p:nvSpPr>
        <p:spPr>
          <a:xfrm>
            <a:off x="2233422" y="2342693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  <p:pic>
        <p:nvPicPr>
          <p:cNvPr id="40" name="Image 12" descr="shirt_thumbs/t_013.jp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08172" y="2346350"/>
            <a:ext cx="901598" cy="901598"/>
          </a:xfrm>
          <a:prstGeom prst="rect">
            <a:avLst/>
          </a:prstGeom>
        </p:spPr>
      </p:pic>
      <p:sp>
        <p:nvSpPr>
          <p:cNvPr id="41" name="Shape 26"/>
          <p:cNvSpPr/>
          <p:nvPr/>
        </p:nvSpPr>
        <p:spPr>
          <a:xfrm>
            <a:off x="3208172" y="2346350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42" name="Text 27"/>
          <p:cNvSpPr/>
          <p:nvPr/>
        </p:nvSpPr>
        <p:spPr>
          <a:xfrm>
            <a:off x="3208172" y="2342693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  <p:pic>
        <p:nvPicPr>
          <p:cNvPr id="43" name="Image 13" descr="shirt_thumbs/t_014.jp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82923" y="2346350"/>
            <a:ext cx="901598" cy="901598"/>
          </a:xfrm>
          <a:prstGeom prst="rect">
            <a:avLst/>
          </a:prstGeom>
        </p:spPr>
      </p:pic>
      <p:sp>
        <p:nvSpPr>
          <p:cNvPr id="44" name="Shape 28"/>
          <p:cNvSpPr/>
          <p:nvPr/>
        </p:nvSpPr>
        <p:spPr>
          <a:xfrm>
            <a:off x="4182923" y="2346350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45" name="Text 29"/>
          <p:cNvSpPr/>
          <p:nvPr/>
        </p:nvSpPr>
        <p:spPr>
          <a:xfrm>
            <a:off x="4182923" y="2342693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00" dirty="0"/>
          </a:p>
        </p:txBody>
      </p:sp>
      <p:pic>
        <p:nvPicPr>
          <p:cNvPr id="46" name="Image 14" descr="shirt_thumbs/t_015.jp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57673" y="2346350"/>
            <a:ext cx="901598" cy="901598"/>
          </a:xfrm>
          <a:prstGeom prst="rect">
            <a:avLst/>
          </a:prstGeom>
        </p:spPr>
      </p:pic>
      <p:sp>
        <p:nvSpPr>
          <p:cNvPr id="47" name="Shape 30"/>
          <p:cNvSpPr/>
          <p:nvPr/>
        </p:nvSpPr>
        <p:spPr>
          <a:xfrm>
            <a:off x="5157673" y="2346350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48" name="Text 31"/>
          <p:cNvSpPr/>
          <p:nvPr/>
        </p:nvSpPr>
        <p:spPr>
          <a:xfrm>
            <a:off x="5157673" y="2342693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900" dirty="0"/>
          </a:p>
        </p:txBody>
      </p:sp>
      <p:pic>
        <p:nvPicPr>
          <p:cNvPr id="49" name="Image 15" descr="shirt_thumbs/t_016.jp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32424" y="2346350"/>
            <a:ext cx="901598" cy="901598"/>
          </a:xfrm>
          <a:prstGeom prst="rect">
            <a:avLst/>
          </a:prstGeom>
        </p:spPr>
      </p:pic>
      <p:sp>
        <p:nvSpPr>
          <p:cNvPr id="50" name="Shape 32"/>
          <p:cNvSpPr/>
          <p:nvPr/>
        </p:nvSpPr>
        <p:spPr>
          <a:xfrm>
            <a:off x="6132424" y="2346350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51" name="Text 33"/>
          <p:cNvSpPr/>
          <p:nvPr/>
        </p:nvSpPr>
        <p:spPr>
          <a:xfrm>
            <a:off x="6132424" y="2342693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900" dirty="0"/>
          </a:p>
        </p:txBody>
      </p:sp>
      <p:pic>
        <p:nvPicPr>
          <p:cNvPr id="52" name="Image 16" descr="shirt_thumbs/t_017.jp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07174" y="2346350"/>
            <a:ext cx="901598" cy="901598"/>
          </a:xfrm>
          <a:prstGeom prst="rect">
            <a:avLst/>
          </a:prstGeom>
        </p:spPr>
      </p:pic>
      <p:sp>
        <p:nvSpPr>
          <p:cNvPr id="53" name="Shape 34"/>
          <p:cNvSpPr/>
          <p:nvPr/>
        </p:nvSpPr>
        <p:spPr>
          <a:xfrm>
            <a:off x="7107174" y="2346350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54" name="Text 35"/>
          <p:cNvSpPr/>
          <p:nvPr/>
        </p:nvSpPr>
        <p:spPr>
          <a:xfrm>
            <a:off x="7107174" y="2342693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900" dirty="0"/>
          </a:p>
        </p:txBody>
      </p:sp>
      <p:pic>
        <p:nvPicPr>
          <p:cNvPr id="55" name="Image 17" descr="shirt_thumbs/t_018.jp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81924" y="2346350"/>
            <a:ext cx="901598" cy="901598"/>
          </a:xfrm>
          <a:prstGeom prst="rect">
            <a:avLst/>
          </a:prstGeom>
        </p:spPr>
      </p:pic>
      <p:sp>
        <p:nvSpPr>
          <p:cNvPr id="56" name="Shape 36"/>
          <p:cNvSpPr/>
          <p:nvPr/>
        </p:nvSpPr>
        <p:spPr>
          <a:xfrm>
            <a:off x="8081924" y="2346350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57" name="Text 37"/>
          <p:cNvSpPr/>
          <p:nvPr/>
        </p:nvSpPr>
        <p:spPr>
          <a:xfrm>
            <a:off x="8081924" y="2342693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900" dirty="0"/>
          </a:p>
        </p:txBody>
      </p:sp>
      <p:pic>
        <p:nvPicPr>
          <p:cNvPr id="58" name="Image 18" descr="shirt_thumbs/t_019.jp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056675" y="2346350"/>
            <a:ext cx="901598" cy="901598"/>
          </a:xfrm>
          <a:prstGeom prst="rect">
            <a:avLst/>
          </a:prstGeom>
        </p:spPr>
      </p:pic>
      <p:sp>
        <p:nvSpPr>
          <p:cNvPr id="59" name="Shape 38"/>
          <p:cNvSpPr/>
          <p:nvPr/>
        </p:nvSpPr>
        <p:spPr>
          <a:xfrm>
            <a:off x="9056675" y="2346350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60" name="Text 39"/>
          <p:cNvSpPr/>
          <p:nvPr/>
        </p:nvSpPr>
        <p:spPr>
          <a:xfrm>
            <a:off x="9056675" y="2342693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900" dirty="0"/>
          </a:p>
        </p:txBody>
      </p:sp>
      <p:pic>
        <p:nvPicPr>
          <p:cNvPr id="61" name="Image 19" descr="shirt_thumbs/t_020.jp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031425" y="2346350"/>
            <a:ext cx="901598" cy="901598"/>
          </a:xfrm>
          <a:prstGeom prst="rect">
            <a:avLst/>
          </a:prstGeom>
        </p:spPr>
      </p:pic>
      <p:sp>
        <p:nvSpPr>
          <p:cNvPr id="62" name="Shape 40"/>
          <p:cNvSpPr/>
          <p:nvPr/>
        </p:nvSpPr>
        <p:spPr>
          <a:xfrm>
            <a:off x="10031425" y="2346350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63" name="Text 41"/>
          <p:cNvSpPr/>
          <p:nvPr/>
        </p:nvSpPr>
        <p:spPr>
          <a:xfrm>
            <a:off x="10031425" y="2342693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900" dirty="0"/>
          </a:p>
        </p:txBody>
      </p:sp>
      <p:pic>
        <p:nvPicPr>
          <p:cNvPr id="64" name="Image 20" descr="shirt_thumbs/t_021.jp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258672" y="3321101"/>
            <a:ext cx="901598" cy="901598"/>
          </a:xfrm>
          <a:prstGeom prst="rect">
            <a:avLst/>
          </a:prstGeom>
        </p:spPr>
      </p:pic>
      <p:sp>
        <p:nvSpPr>
          <p:cNvPr id="65" name="Shape 42"/>
          <p:cNvSpPr/>
          <p:nvPr/>
        </p:nvSpPr>
        <p:spPr>
          <a:xfrm>
            <a:off x="1258672" y="3321101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66" name="Text 43"/>
          <p:cNvSpPr/>
          <p:nvPr/>
        </p:nvSpPr>
        <p:spPr>
          <a:xfrm>
            <a:off x="1258672" y="3317443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900" dirty="0"/>
          </a:p>
        </p:txBody>
      </p:sp>
      <p:pic>
        <p:nvPicPr>
          <p:cNvPr id="67" name="Image 21" descr="shirt_thumbs/t_022.jp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233422" y="3321101"/>
            <a:ext cx="901598" cy="901598"/>
          </a:xfrm>
          <a:prstGeom prst="rect">
            <a:avLst/>
          </a:prstGeom>
        </p:spPr>
      </p:pic>
      <p:sp>
        <p:nvSpPr>
          <p:cNvPr id="68" name="Shape 44"/>
          <p:cNvSpPr/>
          <p:nvPr/>
        </p:nvSpPr>
        <p:spPr>
          <a:xfrm>
            <a:off x="2233422" y="3321101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69" name="Text 45"/>
          <p:cNvSpPr/>
          <p:nvPr/>
        </p:nvSpPr>
        <p:spPr>
          <a:xfrm>
            <a:off x="2233422" y="3317443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900" dirty="0"/>
          </a:p>
        </p:txBody>
      </p:sp>
      <p:pic>
        <p:nvPicPr>
          <p:cNvPr id="70" name="Image 22" descr="shirt_thumbs/t_023.jp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208172" y="3321101"/>
            <a:ext cx="901598" cy="901598"/>
          </a:xfrm>
          <a:prstGeom prst="rect">
            <a:avLst/>
          </a:prstGeom>
        </p:spPr>
      </p:pic>
      <p:sp>
        <p:nvSpPr>
          <p:cNvPr id="71" name="Shape 46"/>
          <p:cNvSpPr/>
          <p:nvPr/>
        </p:nvSpPr>
        <p:spPr>
          <a:xfrm>
            <a:off x="3208172" y="3321101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72" name="Text 47"/>
          <p:cNvSpPr/>
          <p:nvPr/>
        </p:nvSpPr>
        <p:spPr>
          <a:xfrm>
            <a:off x="3208172" y="3317443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900" dirty="0"/>
          </a:p>
        </p:txBody>
      </p:sp>
      <p:pic>
        <p:nvPicPr>
          <p:cNvPr id="73" name="Image 23" descr="shirt_thumbs/t_024.jp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182923" y="3321101"/>
            <a:ext cx="901598" cy="901598"/>
          </a:xfrm>
          <a:prstGeom prst="rect">
            <a:avLst/>
          </a:prstGeom>
        </p:spPr>
      </p:pic>
      <p:sp>
        <p:nvSpPr>
          <p:cNvPr id="74" name="Shape 48"/>
          <p:cNvSpPr/>
          <p:nvPr/>
        </p:nvSpPr>
        <p:spPr>
          <a:xfrm>
            <a:off x="4182923" y="3321101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75" name="Text 49"/>
          <p:cNvSpPr/>
          <p:nvPr/>
        </p:nvSpPr>
        <p:spPr>
          <a:xfrm>
            <a:off x="4182923" y="3317443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900" dirty="0"/>
          </a:p>
        </p:txBody>
      </p:sp>
      <p:pic>
        <p:nvPicPr>
          <p:cNvPr id="76" name="Image 24" descr="shirt_thumbs/t_025.jp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157673" y="3321101"/>
            <a:ext cx="901598" cy="901598"/>
          </a:xfrm>
          <a:prstGeom prst="rect">
            <a:avLst/>
          </a:prstGeom>
        </p:spPr>
      </p:pic>
      <p:sp>
        <p:nvSpPr>
          <p:cNvPr id="77" name="Shape 50"/>
          <p:cNvSpPr/>
          <p:nvPr/>
        </p:nvSpPr>
        <p:spPr>
          <a:xfrm>
            <a:off x="5157673" y="3321101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78" name="Text 51"/>
          <p:cNvSpPr/>
          <p:nvPr/>
        </p:nvSpPr>
        <p:spPr>
          <a:xfrm>
            <a:off x="5157673" y="3317443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900" dirty="0"/>
          </a:p>
        </p:txBody>
      </p:sp>
      <p:pic>
        <p:nvPicPr>
          <p:cNvPr id="79" name="Image 25" descr="shirt_thumbs/t_026.jp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132424" y="3321101"/>
            <a:ext cx="901598" cy="901598"/>
          </a:xfrm>
          <a:prstGeom prst="rect">
            <a:avLst/>
          </a:prstGeom>
        </p:spPr>
      </p:pic>
      <p:sp>
        <p:nvSpPr>
          <p:cNvPr id="80" name="Shape 52"/>
          <p:cNvSpPr/>
          <p:nvPr/>
        </p:nvSpPr>
        <p:spPr>
          <a:xfrm>
            <a:off x="6132424" y="3321101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81" name="Text 53"/>
          <p:cNvSpPr/>
          <p:nvPr/>
        </p:nvSpPr>
        <p:spPr>
          <a:xfrm>
            <a:off x="6132424" y="3317443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endParaRPr lang="en-US" sz="900" dirty="0"/>
          </a:p>
        </p:txBody>
      </p:sp>
      <p:pic>
        <p:nvPicPr>
          <p:cNvPr id="82" name="Image 26" descr="shirt_thumbs/t_027.jp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107174" y="3321101"/>
            <a:ext cx="901598" cy="901598"/>
          </a:xfrm>
          <a:prstGeom prst="rect">
            <a:avLst/>
          </a:prstGeom>
        </p:spPr>
      </p:pic>
      <p:sp>
        <p:nvSpPr>
          <p:cNvPr id="83" name="Shape 54"/>
          <p:cNvSpPr/>
          <p:nvPr/>
        </p:nvSpPr>
        <p:spPr>
          <a:xfrm>
            <a:off x="7107174" y="3321101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84" name="Text 55"/>
          <p:cNvSpPr/>
          <p:nvPr/>
        </p:nvSpPr>
        <p:spPr>
          <a:xfrm>
            <a:off x="7107174" y="3317443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</a:t>
            </a:r>
            <a:endParaRPr lang="en-US" sz="900" dirty="0"/>
          </a:p>
        </p:txBody>
      </p:sp>
      <p:pic>
        <p:nvPicPr>
          <p:cNvPr id="85" name="Image 27" descr="shirt_thumbs/t_028.jp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081924" y="3321101"/>
            <a:ext cx="901598" cy="901598"/>
          </a:xfrm>
          <a:prstGeom prst="rect">
            <a:avLst/>
          </a:prstGeom>
        </p:spPr>
      </p:pic>
      <p:sp>
        <p:nvSpPr>
          <p:cNvPr id="86" name="Shape 56"/>
          <p:cNvSpPr/>
          <p:nvPr/>
        </p:nvSpPr>
        <p:spPr>
          <a:xfrm>
            <a:off x="8081924" y="3321101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87" name="Text 57"/>
          <p:cNvSpPr/>
          <p:nvPr/>
        </p:nvSpPr>
        <p:spPr>
          <a:xfrm>
            <a:off x="8081924" y="3317443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</a:t>
            </a:r>
            <a:endParaRPr lang="en-US" sz="900" dirty="0"/>
          </a:p>
        </p:txBody>
      </p:sp>
      <p:pic>
        <p:nvPicPr>
          <p:cNvPr id="88" name="Image 28" descr="shirt_thumbs/t_029.jp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056675" y="3321101"/>
            <a:ext cx="901598" cy="901598"/>
          </a:xfrm>
          <a:prstGeom prst="rect">
            <a:avLst/>
          </a:prstGeom>
        </p:spPr>
      </p:pic>
      <p:sp>
        <p:nvSpPr>
          <p:cNvPr id="89" name="Shape 58"/>
          <p:cNvSpPr/>
          <p:nvPr/>
        </p:nvSpPr>
        <p:spPr>
          <a:xfrm>
            <a:off x="9056675" y="3321101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90" name="Text 59"/>
          <p:cNvSpPr/>
          <p:nvPr/>
        </p:nvSpPr>
        <p:spPr>
          <a:xfrm>
            <a:off x="9056675" y="3317443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</a:t>
            </a:r>
            <a:endParaRPr lang="en-US" sz="900" dirty="0"/>
          </a:p>
        </p:txBody>
      </p:sp>
      <p:pic>
        <p:nvPicPr>
          <p:cNvPr id="91" name="Image 29" descr="shirt_thumbs/t_030.jp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031425" y="3321101"/>
            <a:ext cx="901598" cy="901598"/>
          </a:xfrm>
          <a:prstGeom prst="rect">
            <a:avLst/>
          </a:prstGeom>
        </p:spPr>
      </p:pic>
      <p:sp>
        <p:nvSpPr>
          <p:cNvPr id="92" name="Shape 60"/>
          <p:cNvSpPr/>
          <p:nvPr/>
        </p:nvSpPr>
        <p:spPr>
          <a:xfrm>
            <a:off x="10031425" y="3321101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93" name="Text 61"/>
          <p:cNvSpPr/>
          <p:nvPr/>
        </p:nvSpPr>
        <p:spPr>
          <a:xfrm>
            <a:off x="10031425" y="3317443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</a:t>
            </a:r>
            <a:endParaRPr lang="en-US" sz="900" dirty="0"/>
          </a:p>
        </p:txBody>
      </p:sp>
      <p:pic>
        <p:nvPicPr>
          <p:cNvPr id="94" name="Image 30" descr="shirt_thumbs/t_031.jp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258672" y="4295851"/>
            <a:ext cx="901598" cy="901598"/>
          </a:xfrm>
          <a:prstGeom prst="rect">
            <a:avLst/>
          </a:prstGeom>
        </p:spPr>
      </p:pic>
      <p:sp>
        <p:nvSpPr>
          <p:cNvPr id="95" name="Shape 62"/>
          <p:cNvSpPr/>
          <p:nvPr/>
        </p:nvSpPr>
        <p:spPr>
          <a:xfrm>
            <a:off x="1258672" y="4295851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96" name="Text 63"/>
          <p:cNvSpPr/>
          <p:nvPr/>
        </p:nvSpPr>
        <p:spPr>
          <a:xfrm>
            <a:off x="1258672" y="429219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</a:t>
            </a:r>
            <a:endParaRPr lang="en-US" sz="900" dirty="0"/>
          </a:p>
        </p:txBody>
      </p:sp>
      <p:pic>
        <p:nvPicPr>
          <p:cNvPr id="97" name="Image 31" descr="shirt_thumbs/t_032.jp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233422" y="4295851"/>
            <a:ext cx="901598" cy="901598"/>
          </a:xfrm>
          <a:prstGeom prst="rect">
            <a:avLst/>
          </a:prstGeom>
        </p:spPr>
      </p:pic>
      <p:sp>
        <p:nvSpPr>
          <p:cNvPr id="98" name="Shape 64"/>
          <p:cNvSpPr/>
          <p:nvPr/>
        </p:nvSpPr>
        <p:spPr>
          <a:xfrm>
            <a:off x="2233422" y="4295851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99" name="Text 65"/>
          <p:cNvSpPr/>
          <p:nvPr/>
        </p:nvSpPr>
        <p:spPr>
          <a:xfrm>
            <a:off x="2233422" y="429219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900" dirty="0"/>
          </a:p>
        </p:txBody>
      </p:sp>
      <p:pic>
        <p:nvPicPr>
          <p:cNvPr id="100" name="Image 32" descr="shirt_thumbs/t_033.jp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208172" y="4295851"/>
            <a:ext cx="901598" cy="901598"/>
          </a:xfrm>
          <a:prstGeom prst="rect">
            <a:avLst/>
          </a:prstGeom>
        </p:spPr>
      </p:pic>
      <p:sp>
        <p:nvSpPr>
          <p:cNvPr id="101" name="Shape 66"/>
          <p:cNvSpPr/>
          <p:nvPr/>
        </p:nvSpPr>
        <p:spPr>
          <a:xfrm>
            <a:off x="3208172" y="4295851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102" name="Text 67"/>
          <p:cNvSpPr/>
          <p:nvPr/>
        </p:nvSpPr>
        <p:spPr>
          <a:xfrm>
            <a:off x="3208172" y="429219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</a:t>
            </a:r>
            <a:endParaRPr lang="en-US" sz="900" dirty="0"/>
          </a:p>
        </p:txBody>
      </p:sp>
      <p:pic>
        <p:nvPicPr>
          <p:cNvPr id="103" name="Image 33" descr="shirt_thumbs/t_034.jp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182923" y="4295851"/>
            <a:ext cx="901598" cy="901598"/>
          </a:xfrm>
          <a:prstGeom prst="rect">
            <a:avLst/>
          </a:prstGeom>
        </p:spPr>
      </p:pic>
      <p:sp>
        <p:nvSpPr>
          <p:cNvPr id="104" name="Shape 68"/>
          <p:cNvSpPr/>
          <p:nvPr/>
        </p:nvSpPr>
        <p:spPr>
          <a:xfrm>
            <a:off x="4182923" y="4295851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105" name="Text 69"/>
          <p:cNvSpPr/>
          <p:nvPr/>
        </p:nvSpPr>
        <p:spPr>
          <a:xfrm>
            <a:off x="4182923" y="429219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</a:t>
            </a:r>
            <a:endParaRPr lang="en-US" sz="900" dirty="0"/>
          </a:p>
        </p:txBody>
      </p:sp>
      <p:pic>
        <p:nvPicPr>
          <p:cNvPr id="106" name="Image 34" descr="shirt_thumbs/t_035.jp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157673" y="4295851"/>
            <a:ext cx="901598" cy="901598"/>
          </a:xfrm>
          <a:prstGeom prst="rect">
            <a:avLst/>
          </a:prstGeom>
        </p:spPr>
      </p:pic>
      <p:sp>
        <p:nvSpPr>
          <p:cNvPr id="107" name="Shape 70"/>
          <p:cNvSpPr/>
          <p:nvPr/>
        </p:nvSpPr>
        <p:spPr>
          <a:xfrm>
            <a:off x="5157673" y="4295851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108" name="Text 71"/>
          <p:cNvSpPr/>
          <p:nvPr/>
        </p:nvSpPr>
        <p:spPr>
          <a:xfrm>
            <a:off x="5157673" y="429219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</a:t>
            </a:r>
            <a:endParaRPr lang="en-US" sz="900" dirty="0"/>
          </a:p>
        </p:txBody>
      </p:sp>
      <p:pic>
        <p:nvPicPr>
          <p:cNvPr id="109" name="Image 35" descr="shirt_thumbs/t_036.jp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132424" y="4295851"/>
            <a:ext cx="901598" cy="901598"/>
          </a:xfrm>
          <a:prstGeom prst="rect">
            <a:avLst/>
          </a:prstGeom>
        </p:spPr>
      </p:pic>
      <p:sp>
        <p:nvSpPr>
          <p:cNvPr id="110" name="Shape 72"/>
          <p:cNvSpPr/>
          <p:nvPr/>
        </p:nvSpPr>
        <p:spPr>
          <a:xfrm>
            <a:off x="6132424" y="4295851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111" name="Text 73"/>
          <p:cNvSpPr/>
          <p:nvPr/>
        </p:nvSpPr>
        <p:spPr>
          <a:xfrm>
            <a:off x="6132424" y="429219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</a:t>
            </a:r>
            <a:endParaRPr lang="en-US" sz="900" dirty="0"/>
          </a:p>
        </p:txBody>
      </p:sp>
      <p:pic>
        <p:nvPicPr>
          <p:cNvPr id="112" name="Image 36" descr="shirt_thumbs/t_037.jp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107174" y="4295851"/>
            <a:ext cx="901598" cy="901598"/>
          </a:xfrm>
          <a:prstGeom prst="rect">
            <a:avLst/>
          </a:prstGeom>
        </p:spPr>
      </p:pic>
      <p:sp>
        <p:nvSpPr>
          <p:cNvPr id="113" name="Shape 74"/>
          <p:cNvSpPr/>
          <p:nvPr/>
        </p:nvSpPr>
        <p:spPr>
          <a:xfrm>
            <a:off x="7107174" y="4295851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114" name="Text 75"/>
          <p:cNvSpPr/>
          <p:nvPr/>
        </p:nvSpPr>
        <p:spPr>
          <a:xfrm>
            <a:off x="7107174" y="429219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</a:t>
            </a:r>
            <a:endParaRPr lang="en-US" sz="900" dirty="0"/>
          </a:p>
        </p:txBody>
      </p:sp>
      <p:pic>
        <p:nvPicPr>
          <p:cNvPr id="115" name="Image 37" descr="shirt_thumbs/t_038.jp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081924" y="4295851"/>
            <a:ext cx="901598" cy="901598"/>
          </a:xfrm>
          <a:prstGeom prst="rect">
            <a:avLst/>
          </a:prstGeom>
        </p:spPr>
      </p:pic>
      <p:sp>
        <p:nvSpPr>
          <p:cNvPr id="116" name="Shape 76"/>
          <p:cNvSpPr/>
          <p:nvPr/>
        </p:nvSpPr>
        <p:spPr>
          <a:xfrm>
            <a:off x="8081924" y="4295851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117" name="Text 77"/>
          <p:cNvSpPr/>
          <p:nvPr/>
        </p:nvSpPr>
        <p:spPr>
          <a:xfrm>
            <a:off x="8081924" y="429219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</a:t>
            </a:r>
            <a:endParaRPr lang="en-US" sz="900" dirty="0"/>
          </a:p>
        </p:txBody>
      </p:sp>
      <p:pic>
        <p:nvPicPr>
          <p:cNvPr id="118" name="Image 38" descr="shirt_thumbs/t_039.jp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9056675" y="4295851"/>
            <a:ext cx="901598" cy="901598"/>
          </a:xfrm>
          <a:prstGeom prst="rect">
            <a:avLst/>
          </a:prstGeom>
        </p:spPr>
      </p:pic>
      <p:sp>
        <p:nvSpPr>
          <p:cNvPr id="119" name="Shape 78"/>
          <p:cNvSpPr/>
          <p:nvPr/>
        </p:nvSpPr>
        <p:spPr>
          <a:xfrm>
            <a:off x="9056675" y="4295851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120" name="Text 79"/>
          <p:cNvSpPr/>
          <p:nvPr/>
        </p:nvSpPr>
        <p:spPr>
          <a:xfrm>
            <a:off x="9056675" y="429219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</a:t>
            </a:r>
            <a:endParaRPr lang="en-US" sz="900" dirty="0"/>
          </a:p>
        </p:txBody>
      </p:sp>
      <p:pic>
        <p:nvPicPr>
          <p:cNvPr id="121" name="Image 39" descr="shirt_thumbs/t_040.jp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0031425" y="4295851"/>
            <a:ext cx="901598" cy="901598"/>
          </a:xfrm>
          <a:prstGeom prst="rect">
            <a:avLst/>
          </a:prstGeom>
        </p:spPr>
      </p:pic>
      <p:sp>
        <p:nvSpPr>
          <p:cNvPr id="122" name="Shape 80"/>
          <p:cNvSpPr/>
          <p:nvPr/>
        </p:nvSpPr>
        <p:spPr>
          <a:xfrm>
            <a:off x="10031425" y="4295851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123" name="Text 81"/>
          <p:cNvSpPr/>
          <p:nvPr/>
        </p:nvSpPr>
        <p:spPr>
          <a:xfrm>
            <a:off x="10031425" y="429219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</a:t>
            </a:r>
            <a:endParaRPr lang="en-US" sz="900" dirty="0"/>
          </a:p>
        </p:txBody>
      </p:sp>
      <p:pic>
        <p:nvPicPr>
          <p:cNvPr id="124" name="Image 40" descr="shirt_thumbs/t_041.jp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258672" y="5270602"/>
            <a:ext cx="901598" cy="901598"/>
          </a:xfrm>
          <a:prstGeom prst="rect">
            <a:avLst/>
          </a:prstGeom>
        </p:spPr>
      </p:pic>
      <p:sp>
        <p:nvSpPr>
          <p:cNvPr id="125" name="Shape 82"/>
          <p:cNvSpPr/>
          <p:nvPr/>
        </p:nvSpPr>
        <p:spPr>
          <a:xfrm>
            <a:off x="1258672" y="5270602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126" name="Text 83"/>
          <p:cNvSpPr/>
          <p:nvPr/>
        </p:nvSpPr>
        <p:spPr>
          <a:xfrm>
            <a:off x="1258672" y="526694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</a:t>
            </a:r>
            <a:endParaRPr lang="en-US" sz="900" dirty="0"/>
          </a:p>
        </p:txBody>
      </p:sp>
      <p:pic>
        <p:nvPicPr>
          <p:cNvPr id="127" name="Image 41" descr="shirt_thumbs/t_042.jp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2233422" y="5270602"/>
            <a:ext cx="901598" cy="901598"/>
          </a:xfrm>
          <a:prstGeom prst="rect">
            <a:avLst/>
          </a:prstGeom>
        </p:spPr>
      </p:pic>
      <p:sp>
        <p:nvSpPr>
          <p:cNvPr id="128" name="Shape 84"/>
          <p:cNvSpPr/>
          <p:nvPr/>
        </p:nvSpPr>
        <p:spPr>
          <a:xfrm>
            <a:off x="2233422" y="5270602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129" name="Text 85"/>
          <p:cNvSpPr/>
          <p:nvPr/>
        </p:nvSpPr>
        <p:spPr>
          <a:xfrm>
            <a:off x="2233422" y="526694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</a:t>
            </a:r>
            <a:endParaRPr lang="en-US" sz="900" dirty="0"/>
          </a:p>
        </p:txBody>
      </p:sp>
      <p:pic>
        <p:nvPicPr>
          <p:cNvPr id="130" name="Image 42" descr="shirt_thumbs/t_043.jp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208172" y="5270602"/>
            <a:ext cx="901598" cy="901598"/>
          </a:xfrm>
          <a:prstGeom prst="rect">
            <a:avLst/>
          </a:prstGeom>
        </p:spPr>
      </p:pic>
      <p:sp>
        <p:nvSpPr>
          <p:cNvPr id="131" name="Shape 86"/>
          <p:cNvSpPr/>
          <p:nvPr/>
        </p:nvSpPr>
        <p:spPr>
          <a:xfrm>
            <a:off x="3208172" y="5270602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132" name="Text 87"/>
          <p:cNvSpPr/>
          <p:nvPr/>
        </p:nvSpPr>
        <p:spPr>
          <a:xfrm>
            <a:off x="3208172" y="526694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</a:t>
            </a:r>
            <a:endParaRPr lang="en-US" sz="900" dirty="0"/>
          </a:p>
        </p:txBody>
      </p:sp>
      <p:pic>
        <p:nvPicPr>
          <p:cNvPr id="133" name="Image 43" descr="shirt_thumbs/t_044.jp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182923" y="5270602"/>
            <a:ext cx="901598" cy="901598"/>
          </a:xfrm>
          <a:prstGeom prst="rect">
            <a:avLst/>
          </a:prstGeom>
        </p:spPr>
      </p:pic>
      <p:sp>
        <p:nvSpPr>
          <p:cNvPr id="134" name="Shape 88"/>
          <p:cNvSpPr/>
          <p:nvPr/>
        </p:nvSpPr>
        <p:spPr>
          <a:xfrm>
            <a:off x="4182923" y="5270602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135" name="Text 89"/>
          <p:cNvSpPr/>
          <p:nvPr/>
        </p:nvSpPr>
        <p:spPr>
          <a:xfrm>
            <a:off x="4182923" y="526694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</a:t>
            </a:r>
            <a:endParaRPr lang="en-US" sz="900" dirty="0"/>
          </a:p>
        </p:txBody>
      </p:sp>
      <p:pic>
        <p:nvPicPr>
          <p:cNvPr id="136" name="Image 44" descr="shirt_thumbs/t_045.jp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5157673" y="5270602"/>
            <a:ext cx="901598" cy="901598"/>
          </a:xfrm>
          <a:prstGeom prst="rect">
            <a:avLst/>
          </a:prstGeom>
        </p:spPr>
      </p:pic>
      <p:sp>
        <p:nvSpPr>
          <p:cNvPr id="137" name="Shape 90"/>
          <p:cNvSpPr/>
          <p:nvPr/>
        </p:nvSpPr>
        <p:spPr>
          <a:xfrm>
            <a:off x="5157673" y="5270602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138" name="Text 91"/>
          <p:cNvSpPr/>
          <p:nvPr/>
        </p:nvSpPr>
        <p:spPr>
          <a:xfrm>
            <a:off x="5157673" y="526694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</a:t>
            </a:r>
            <a:endParaRPr lang="en-US" sz="900" dirty="0"/>
          </a:p>
        </p:txBody>
      </p:sp>
      <p:pic>
        <p:nvPicPr>
          <p:cNvPr id="139" name="Image 45" descr="shirt_thumbs/t_046.jp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6132424" y="5270602"/>
            <a:ext cx="901598" cy="901598"/>
          </a:xfrm>
          <a:prstGeom prst="rect">
            <a:avLst/>
          </a:prstGeom>
        </p:spPr>
      </p:pic>
      <p:sp>
        <p:nvSpPr>
          <p:cNvPr id="140" name="Shape 92"/>
          <p:cNvSpPr/>
          <p:nvPr/>
        </p:nvSpPr>
        <p:spPr>
          <a:xfrm>
            <a:off x="6132424" y="5270602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141" name="Text 93"/>
          <p:cNvSpPr/>
          <p:nvPr/>
        </p:nvSpPr>
        <p:spPr>
          <a:xfrm>
            <a:off x="6132424" y="526694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</a:t>
            </a:r>
            <a:endParaRPr lang="en-US" sz="900" dirty="0"/>
          </a:p>
        </p:txBody>
      </p:sp>
      <p:pic>
        <p:nvPicPr>
          <p:cNvPr id="142" name="Image 46" descr="shirt_thumbs/t_047.jp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7107174" y="5270602"/>
            <a:ext cx="901598" cy="901598"/>
          </a:xfrm>
          <a:prstGeom prst="rect">
            <a:avLst/>
          </a:prstGeom>
        </p:spPr>
      </p:pic>
      <p:sp>
        <p:nvSpPr>
          <p:cNvPr id="143" name="Shape 94"/>
          <p:cNvSpPr/>
          <p:nvPr/>
        </p:nvSpPr>
        <p:spPr>
          <a:xfrm>
            <a:off x="7107174" y="5270602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144" name="Text 95"/>
          <p:cNvSpPr/>
          <p:nvPr/>
        </p:nvSpPr>
        <p:spPr>
          <a:xfrm>
            <a:off x="7107174" y="526694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</a:t>
            </a:r>
            <a:endParaRPr lang="en-US" sz="900" dirty="0"/>
          </a:p>
        </p:txBody>
      </p:sp>
      <p:pic>
        <p:nvPicPr>
          <p:cNvPr id="145" name="Image 47" descr="shirt_thumbs/t_048.jp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8081924" y="5270602"/>
            <a:ext cx="901598" cy="901598"/>
          </a:xfrm>
          <a:prstGeom prst="rect">
            <a:avLst/>
          </a:prstGeom>
        </p:spPr>
      </p:pic>
      <p:sp>
        <p:nvSpPr>
          <p:cNvPr id="146" name="Shape 96"/>
          <p:cNvSpPr/>
          <p:nvPr/>
        </p:nvSpPr>
        <p:spPr>
          <a:xfrm>
            <a:off x="8081924" y="5270602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147" name="Text 97"/>
          <p:cNvSpPr/>
          <p:nvPr/>
        </p:nvSpPr>
        <p:spPr>
          <a:xfrm>
            <a:off x="8081924" y="526694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</a:t>
            </a:r>
            <a:endParaRPr lang="en-US" sz="900" dirty="0"/>
          </a:p>
        </p:txBody>
      </p:sp>
      <p:pic>
        <p:nvPicPr>
          <p:cNvPr id="148" name="Image 48" descr="shirt_thumbs/t_049.jp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9056675" y="5270602"/>
            <a:ext cx="901598" cy="901598"/>
          </a:xfrm>
          <a:prstGeom prst="rect">
            <a:avLst/>
          </a:prstGeom>
        </p:spPr>
      </p:pic>
      <p:sp>
        <p:nvSpPr>
          <p:cNvPr id="149" name="Shape 98"/>
          <p:cNvSpPr/>
          <p:nvPr/>
        </p:nvSpPr>
        <p:spPr>
          <a:xfrm>
            <a:off x="9056675" y="5270602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150" name="Text 99"/>
          <p:cNvSpPr/>
          <p:nvPr/>
        </p:nvSpPr>
        <p:spPr>
          <a:xfrm>
            <a:off x="9056675" y="526694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49</a:t>
            </a:r>
            <a:endParaRPr lang="en-US" sz="900" dirty="0"/>
          </a:p>
        </p:txBody>
      </p:sp>
      <p:pic>
        <p:nvPicPr>
          <p:cNvPr id="151" name="Image 49" descr="shirt_thumbs/t_050.jp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10031425" y="5270602"/>
            <a:ext cx="901598" cy="901598"/>
          </a:xfrm>
          <a:prstGeom prst="rect">
            <a:avLst/>
          </a:prstGeom>
        </p:spPr>
      </p:pic>
      <p:sp>
        <p:nvSpPr>
          <p:cNvPr id="152" name="Shape 100"/>
          <p:cNvSpPr/>
          <p:nvPr/>
        </p:nvSpPr>
        <p:spPr>
          <a:xfrm>
            <a:off x="10031425" y="5270602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153" name="Text 101"/>
          <p:cNvSpPr/>
          <p:nvPr/>
        </p:nvSpPr>
        <p:spPr>
          <a:xfrm>
            <a:off x="10031425" y="526694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</a:t>
            </a:r>
            <a:endParaRPr lang="en-US" sz="900" dirty="0"/>
          </a:p>
        </p:txBody>
      </p:sp>
      <p:sp>
        <p:nvSpPr>
          <p:cNvPr id="154" name="Text 102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 랭킹 1위(좌상단) → 50위. 가로 10개 × 세로 5줄.</a:t>
            </a:r>
            <a:endParaRPr lang="en-US" sz="1000" dirty="0"/>
          </a:p>
        </p:txBody>
      </p:sp>
      <p:sp>
        <p:nvSpPr>
          <p:cNvPr id="155" name="Text 103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PERSPECTIVE · 가격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가격대별 그룹핑 (Top 50)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37160" cy="137160"/>
          </a:xfrm>
          <a:prstGeom prst="rect">
            <a:avLst/>
          </a:prstGeom>
          <a:solidFill>
            <a:srgbClr val="C24A63"/>
          </a:solidFill>
          <a:ln/>
        </p:spPr>
      </p:sp>
      <p:sp>
        <p:nvSpPr>
          <p:cNvPr id="5" name="Text 3"/>
          <p:cNvSpPr/>
          <p:nvPr/>
        </p:nvSpPr>
        <p:spPr>
          <a:xfrm>
            <a:off x="667512" y="11704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 ¥1,999</a:t>
            </a:r>
            <a:pPr indent="0" marL="0">
              <a:buNone/>
            </a:pPr>
            <a:r>
              <a:rPr lang="en-US" sz="9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1개   ·   가성비존</a:t>
            </a:r>
            <a:endParaRPr lang="en-US" sz="1200" dirty="0"/>
          </a:p>
        </p:txBody>
      </p:sp>
      <p:pic>
        <p:nvPicPr>
          <p:cNvPr id="6" name="Image 0" descr="shirt_thumbs/t_0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81328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457200" y="1481328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477670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650" dirty="0"/>
          </a:p>
        </p:txBody>
      </p:sp>
      <p:sp>
        <p:nvSpPr>
          <p:cNvPr id="9" name="Shape 6"/>
          <p:cNvSpPr/>
          <p:nvPr/>
        </p:nvSpPr>
        <p:spPr>
          <a:xfrm>
            <a:off x="457200" y="2121408"/>
            <a:ext cx="137160" cy="137160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10" name="Text 7"/>
          <p:cNvSpPr/>
          <p:nvPr/>
        </p:nvSpPr>
        <p:spPr>
          <a:xfrm>
            <a:off x="667512" y="20574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¥2,000~2,999</a:t>
            </a:r>
            <a:pPr indent="0" marL="0">
              <a:buNone/>
            </a:pPr>
            <a:r>
              <a:rPr lang="en-US" sz="9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9개</a:t>
            </a:r>
            <a:endParaRPr lang="en-US" sz="1200" dirty="0"/>
          </a:p>
        </p:txBody>
      </p:sp>
      <p:pic>
        <p:nvPicPr>
          <p:cNvPr id="11" name="Image 1" descr="shirt_thumbs/t_006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68296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2" name="Shape 8"/>
          <p:cNvSpPr/>
          <p:nvPr/>
        </p:nvSpPr>
        <p:spPr>
          <a:xfrm>
            <a:off x="457200" y="2368296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457200" y="2364638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650" dirty="0"/>
          </a:p>
        </p:txBody>
      </p:sp>
      <p:pic>
        <p:nvPicPr>
          <p:cNvPr id="14" name="Image 2" descr="shirt_thumbs/t_008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2368296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5" name="Shape 10"/>
          <p:cNvSpPr/>
          <p:nvPr/>
        </p:nvSpPr>
        <p:spPr>
          <a:xfrm>
            <a:off x="1014984" y="2368296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6" name="Text 11"/>
          <p:cNvSpPr/>
          <p:nvPr/>
        </p:nvSpPr>
        <p:spPr>
          <a:xfrm>
            <a:off x="1014984" y="2364638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650" dirty="0"/>
          </a:p>
        </p:txBody>
      </p:sp>
      <p:pic>
        <p:nvPicPr>
          <p:cNvPr id="17" name="Image 3" descr="shirt_thumbs/t_01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2768" y="2368296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8" name="Shape 12"/>
          <p:cNvSpPr/>
          <p:nvPr/>
        </p:nvSpPr>
        <p:spPr>
          <a:xfrm>
            <a:off x="1572768" y="2368296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9" name="Text 13"/>
          <p:cNvSpPr/>
          <p:nvPr/>
        </p:nvSpPr>
        <p:spPr>
          <a:xfrm>
            <a:off x="1572768" y="2364638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650" dirty="0"/>
          </a:p>
        </p:txBody>
      </p:sp>
      <p:pic>
        <p:nvPicPr>
          <p:cNvPr id="20" name="Image 4" descr="shirt_thumbs/t_027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0552" y="2368296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21" name="Shape 14"/>
          <p:cNvSpPr/>
          <p:nvPr/>
        </p:nvSpPr>
        <p:spPr>
          <a:xfrm>
            <a:off x="2130552" y="2368296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22" name="Text 15"/>
          <p:cNvSpPr/>
          <p:nvPr/>
        </p:nvSpPr>
        <p:spPr>
          <a:xfrm>
            <a:off x="2130552" y="2364638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</a:t>
            </a:r>
            <a:endParaRPr lang="en-US" sz="650" dirty="0"/>
          </a:p>
        </p:txBody>
      </p:sp>
      <p:pic>
        <p:nvPicPr>
          <p:cNvPr id="23" name="Image 5" descr="shirt_thumbs/t_033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88336" y="2368296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24" name="Shape 16"/>
          <p:cNvSpPr/>
          <p:nvPr/>
        </p:nvSpPr>
        <p:spPr>
          <a:xfrm>
            <a:off x="2688336" y="2368296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25" name="Text 17"/>
          <p:cNvSpPr/>
          <p:nvPr/>
        </p:nvSpPr>
        <p:spPr>
          <a:xfrm>
            <a:off x="2688336" y="2364638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</a:t>
            </a:r>
            <a:endParaRPr lang="en-US" sz="650" dirty="0"/>
          </a:p>
        </p:txBody>
      </p:sp>
      <p:pic>
        <p:nvPicPr>
          <p:cNvPr id="26" name="Image 6" descr="shirt_thumbs/t_042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46120" y="2368296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27" name="Shape 18"/>
          <p:cNvSpPr/>
          <p:nvPr/>
        </p:nvSpPr>
        <p:spPr>
          <a:xfrm>
            <a:off x="3246120" y="2368296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28" name="Text 19"/>
          <p:cNvSpPr/>
          <p:nvPr/>
        </p:nvSpPr>
        <p:spPr>
          <a:xfrm>
            <a:off x="3246120" y="2364638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</a:t>
            </a:r>
            <a:endParaRPr lang="en-US" sz="650" dirty="0"/>
          </a:p>
        </p:txBody>
      </p:sp>
      <p:pic>
        <p:nvPicPr>
          <p:cNvPr id="29" name="Image 7" descr="shirt_thumbs/t_043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03904" y="2368296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30" name="Shape 20"/>
          <p:cNvSpPr/>
          <p:nvPr/>
        </p:nvSpPr>
        <p:spPr>
          <a:xfrm>
            <a:off x="3803904" y="2368296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31" name="Text 21"/>
          <p:cNvSpPr/>
          <p:nvPr/>
        </p:nvSpPr>
        <p:spPr>
          <a:xfrm>
            <a:off x="3803904" y="2364638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</a:t>
            </a:r>
            <a:endParaRPr lang="en-US" sz="650" dirty="0"/>
          </a:p>
        </p:txBody>
      </p:sp>
      <p:pic>
        <p:nvPicPr>
          <p:cNvPr id="32" name="Image 8" descr="shirt_thumbs/t_047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61688" y="2368296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33" name="Shape 22"/>
          <p:cNvSpPr/>
          <p:nvPr/>
        </p:nvSpPr>
        <p:spPr>
          <a:xfrm>
            <a:off x="4361688" y="2368296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34" name="Text 23"/>
          <p:cNvSpPr/>
          <p:nvPr/>
        </p:nvSpPr>
        <p:spPr>
          <a:xfrm>
            <a:off x="4361688" y="2364638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</a:t>
            </a:r>
            <a:endParaRPr lang="en-US" sz="650" dirty="0"/>
          </a:p>
        </p:txBody>
      </p:sp>
      <p:pic>
        <p:nvPicPr>
          <p:cNvPr id="35" name="Image 9" descr="shirt_thumbs/t_050.jp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19472" y="2368296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36" name="Shape 24"/>
          <p:cNvSpPr/>
          <p:nvPr/>
        </p:nvSpPr>
        <p:spPr>
          <a:xfrm>
            <a:off x="4919472" y="2368296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37" name="Text 25"/>
          <p:cNvSpPr/>
          <p:nvPr/>
        </p:nvSpPr>
        <p:spPr>
          <a:xfrm>
            <a:off x="4919472" y="2364638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</a:t>
            </a:r>
            <a:endParaRPr lang="en-US" sz="650" dirty="0"/>
          </a:p>
        </p:txBody>
      </p:sp>
      <p:sp>
        <p:nvSpPr>
          <p:cNvPr id="38" name="Shape 26"/>
          <p:cNvSpPr/>
          <p:nvPr/>
        </p:nvSpPr>
        <p:spPr>
          <a:xfrm>
            <a:off x="457200" y="3008376"/>
            <a:ext cx="137160" cy="137160"/>
          </a:xfrm>
          <a:prstGeom prst="rect">
            <a:avLst/>
          </a:prstGeom>
          <a:solidFill>
            <a:srgbClr val="8A8177"/>
          </a:solidFill>
          <a:ln/>
        </p:spPr>
      </p:sp>
      <p:sp>
        <p:nvSpPr>
          <p:cNvPr id="39" name="Text 27"/>
          <p:cNvSpPr/>
          <p:nvPr/>
        </p:nvSpPr>
        <p:spPr>
          <a:xfrm>
            <a:off x="667512" y="29443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¥3,000~3,999</a:t>
            </a:r>
            <a:pPr indent="0" marL="0">
              <a:buNone/>
            </a:pPr>
            <a:r>
              <a:rPr lang="en-US" sz="9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8개   ·   메인존</a:t>
            </a:r>
            <a:endParaRPr lang="en-US" sz="1200" dirty="0"/>
          </a:p>
        </p:txBody>
      </p:sp>
      <p:pic>
        <p:nvPicPr>
          <p:cNvPr id="40" name="Image 10" descr="shirt_thumbs/t_004.jp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3255264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41" name="Shape 28"/>
          <p:cNvSpPr/>
          <p:nvPr/>
        </p:nvSpPr>
        <p:spPr>
          <a:xfrm>
            <a:off x="457200" y="3255264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42" name="Text 29"/>
          <p:cNvSpPr/>
          <p:nvPr/>
        </p:nvSpPr>
        <p:spPr>
          <a:xfrm>
            <a:off x="457200" y="3251606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650" dirty="0"/>
          </a:p>
        </p:txBody>
      </p:sp>
      <p:pic>
        <p:nvPicPr>
          <p:cNvPr id="43" name="Image 11" descr="shirt_thumbs/t_009.jp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4984" y="3255264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44" name="Shape 30"/>
          <p:cNvSpPr/>
          <p:nvPr/>
        </p:nvSpPr>
        <p:spPr>
          <a:xfrm>
            <a:off x="1014984" y="3255264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45" name="Text 31"/>
          <p:cNvSpPr/>
          <p:nvPr/>
        </p:nvSpPr>
        <p:spPr>
          <a:xfrm>
            <a:off x="1014984" y="3251606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650" dirty="0"/>
          </a:p>
        </p:txBody>
      </p:sp>
      <p:pic>
        <p:nvPicPr>
          <p:cNvPr id="46" name="Image 12" descr="shirt_thumbs/t_015.jp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72768" y="3255264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47" name="Shape 32"/>
          <p:cNvSpPr/>
          <p:nvPr/>
        </p:nvSpPr>
        <p:spPr>
          <a:xfrm>
            <a:off x="1572768" y="3255264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48" name="Text 33"/>
          <p:cNvSpPr/>
          <p:nvPr/>
        </p:nvSpPr>
        <p:spPr>
          <a:xfrm>
            <a:off x="1572768" y="3251606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650" dirty="0"/>
          </a:p>
        </p:txBody>
      </p:sp>
      <p:pic>
        <p:nvPicPr>
          <p:cNvPr id="49" name="Image 13" descr="shirt_thumbs/t_023.jp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130552" y="3255264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50" name="Shape 34"/>
          <p:cNvSpPr/>
          <p:nvPr/>
        </p:nvSpPr>
        <p:spPr>
          <a:xfrm>
            <a:off x="2130552" y="3255264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51" name="Text 35"/>
          <p:cNvSpPr/>
          <p:nvPr/>
        </p:nvSpPr>
        <p:spPr>
          <a:xfrm>
            <a:off x="2130552" y="3251606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650" dirty="0"/>
          </a:p>
        </p:txBody>
      </p:sp>
      <p:pic>
        <p:nvPicPr>
          <p:cNvPr id="52" name="Image 14" descr="shirt_thumbs/t_028.jp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688336" y="3255264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53" name="Shape 36"/>
          <p:cNvSpPr/>
          <p:nvPr/>
        </p:nvSpPr>
        <p:spPr>
          <a:xfrm>
            <a:off x="2688336" y="3255264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54" name="Text 37"/>
          <p:cNvSpPr/>
          <p:nvPr/>
        </p:nvSpPr>
        <p:spPr>
          <a:xfrm>
            <a:off x="2688336" y="3251606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</a:t>
            </a:r>
            <a:endParaRPr lang="en-US" sz="650" dirty="0"/>
          </a:p>
        </p:txBody>
      </p:sp>
      <p:pic>
        <p:nvPicPr>
          <p:cNvPr id="55" name="Image 15" descr="shirt_thumbs/t_034.jp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246120" y="3255264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56" name="Shape 38"/>
          <p:cNvSpPr/>
          <p:nvPr/>
        </p:nvSpPr>
        <p:spPr>
          <a:xfrm>
            <a:off x="3246120" y="3255264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57" name="Text 39"/>
          <p:cNvSpPr/>
          <p:nvPr/>
        </p:nvSpPr>
        <p:spPr>
          <a:xfrm>
            <a:off x="3246120" y="3251606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</a:t>
            </a:r>
            <a:endParaRPr lang="en-US" sz="650" dirty="0"/>
          </a:p>
        </p:txBody>
      </p:sp>
      <p:pic>
        <p:nvPicPr>
          <p:cNvPr id="58" name="Image 16" descr="shirt_thumbs/t_046.jp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803904" y="3255264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59" name="Shape 40"/>
          <p:cNvSpPr/>
          <p:nvPr/>
        </p:nvSpPr>
        <p:spPr>
          <a:xfrm>
            <a:off x="3803904" y="3255264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60" name="Text 41"/>
          <p:cNvSpPr/>
          <p:nvPr/>
        </p:nvSpPr>
        <p:spPr>
          <a:xfrm>
            <a:off x="3803904" y="3251606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</a:t>
            </a:r>
            <a:endParaRPr lang="en-US" sz="650" dirty="0"/>
          </a:p>
        </p:txBody>
      </p:sp>
      <p:pic>
        <p:nvPicPr>
          <p:cNvPr id="61" name="Image 17" descr="shirt_thumbs/t_048.jp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361688" y="3255264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62" name="Shape 42"/>
          <p:cNvSpPr/>
          <p:nvPr/>
        </p:nvSpPr>
        <p:spPr>
          <a:xfrm>
            <a:off x="4361688" y="3255264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63" name="Text 43"/>
          <p:cNvSpPr/>
          <p:nvPr/>
        </p:nvSpPr>
        <p:spPr>
          <a:xfrm>
            <a:off x="4361688" y="3251606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</a:t>
            </a:r>
            <a:endParaRPr lang="en-US" sz="650" dirty="0"/>
          </a:p>
        </p:txBody>
      </p:sp>
      <p:sp>
        <p:nvSpPr>
          <p:cNvPr id="64" name="Shape 44"/>
          <p:cNvSpPr/>
          <p:nvPr/>
        </p:nvSpPr>
        <p:spPr>
          <a:xfrm>
            <a:off x="457200" y="3895344"/>
            <a:ext cx="137160" cy="137160"/>
          </a:xfrm>
          <a:prstGeom prst="rect">
            <a:avLst/>
          </a:prstGeom>
          <a:solidFill>
            <a:srgbClr val="B99B6B"/>
          </a:solidFill>
          <a:ln/>
        </p:spPr>
      </p:sp>
      <p:sp>
        <p:nvSpPr>
          <p:cNvPr id="65" name="Text 45"/>
          <p:cNvSpPr/>
          <p:nvPr/>
        </p:nvSpPr>
        <p:spPr>
          <a:xfrm>
            <a:off x="667512" y="3831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¥4,000~5,999</a:t>
            </a:r>
            <a:pPr indent="0" marL="0">
              <a:buNone/>
            </a:pPr>
            <a:r>
              <a:rPr lang="en-US" sz="9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20개</a:t>
            </a:r>
            <a:endParaRPr lang="en-US" sz="1200" dirty="0"/>
          </a:p>
        </p:txBody>
      </p:sp>
      <p:pic>
        <p:nvPicPr>
          <p:cNvPr id="66" name="Image 18" descr="shirt_thumbs/t_001.jp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7200" y="4142232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67" name="Shape 46"/>
          <p:cNvSpPr/>
          <p:nvPr/>
        </p:nvSpPr>
        <p:spPr>
          <a:xfrm>
            <a:off x="457200" y="4142232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68" name="Text 47"/>
          <p:cNvSpPr/>
          <p:nvPr/>
        </p:nvSpPr>
        <p:spPr>
          <a:xfrm>
            <a:off x="457200" y="4138574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650" dirty="0"/>
          </a:p>
        </p:txBody>
      </p:sp>
      <p:pic>
        <p:nvPicPr>
          <p:cNvPr id="69" name="Image 19" descr="shirt_thumbs/t_002.jp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14984" y="4142232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70" name="Shape 48"/>
          <p:cNvSpPr/>
          <p:nvPr/>
        </p:nvSpPr>
        <p:spPr>
          <a:xfrm>
            <a:off x="1014984" y="4142232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71" name="Text 49"/>
          <p:cNvSpPr/>
          <p:nvPr/>
        </p:nvSpPr>
        <p:spPr>
          <a:xfrm>
            <a:off x="1014984" y="4138574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650" dirty="0"/>
          </a:p>
        </p:txBody>
      </p:sp>
      <p:pic>
        <p:nvPicPr>
          <p:cNvPr id="72" name="Image 20" descr="shirt_thumbs/t_007.jp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572768" y="4142232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73" name="Shape 50"/>
          <p:cNvSpPr/>
          <p:nvPr/>
        </p:nvSpPr>
        <p:spPr>
          <a:xfrm>
            <a:off x="1572768" y="4142232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74" name="Text 51"/>
          <p:cNvSpPr/>
          <p:nvPr/>
        </p:nvSpPr>
        <p:spPr>
          <a:xfrm>
            <a:off x="1572768" y="4138574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650" dirty="0"/>
          </a:p>
        </p:txBody>
      </p:sp>
      <p:pic>
        <p:nvPicPr>
          <p:cNvPr id="75" name="Image 21" descr="shirt_thumbs/t_010.jp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130552" y="4142232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76" name="Shape 52"/>
          <p:cNvSpPr/>
          <p:nvPr/>
        </p:nvSpPr>
        <p:spPr>
          <a:xfrm>
            <a:off x="2130552" y="4142232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77" name="Text 53"/>
          <p:cNvSpPr/>
          <p:nvPr/>
        </p:nvSpPr>
        <p:spPr>
          <a:xfrm>
            <a:off x="2130552" y="4138574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650" dirty="0"/>
          </a:p>
        </p:txBody>
      </p:sp>
      <p:pic>
        <p:nvPicPr>
          <p:cNvPr id="78" name="Image 22" descr="shirt_thumbs/t_011.jp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688336" y="4142232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79" name="Shape 54"/>
          <p:cNvSpPr/>
          <p:nvPr/>
        </p:nvSpPr>
        <p:spPr>
          <a:xfrm>
            <a:off x="2688336" y="4142232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80" name="Text 55"/>
          <p:cNvSpPr/>
          <p:nvPr/>
        </p:nvSpPr>
        <p:spPr>
          <a:xfrm>
            <a:off x="2688336" y="4138574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650" dirty="0"/>
          </a:p>
        </p:txBody>
      </p:sp>
      <p:pic>
        <p:nvPicPr>
          <p:cNvPr id="81" name="Image 23" descr="shirt_thumbs/t_012.jp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246120" y="4142232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82" name="Shape 56"/>
          <p:cNvSpPr/>
          <p:nvPr/>
        </p:nvSpPr>
        <p:spPr>
          <a:xfrm>
            <a:off x="3246120" y="4142232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83" name="Text 57"/>
          <p:cNvSpPr/>
          <p:nvPr/>
        </p:nvSpPr>
        <p:spPr>
          <a:xfrm>
            <a:off x="3246120" y="4138574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650" dirty="0"/>
          </a:p>
        </p:txBody>
      </p:sp>
      <p:pic>
        <p:nvPicPr>
          <p:cNvPr id="84" name="Image 24" descr="shirt_thumbs/t_016.jp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803904" y="4142232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85" name="Shape 58"/>
          <p:cNvSpPr/>
          <p:nvPr/>
        </p:nvSpPr>
        <p:spPr>
          <a:xfrm>
            <a:off x="3803904" y="4142232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86" name="Text 59"/>
          <p:cNvSpPr/>
          <p:nvPr/>
        </p:nvSpPr>
        <p:spPr>
          <a:xfrm>
            <a:off x="3803904" y="4138574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650" dirty="0"/>
          </a:p>
        </p:txBody>
      </p:sp>
      <p:pic>
        <p:nvPicPr>
          <p:cNvPr id="87" name="Image 25" descr="shirt_thumbs/t_018.jp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361688" y="4142232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88" name="Shape 60"/>
          <p:cNvSpPr/>
          <p:nvPr/>
        </p:nvSpPr>
        <p:spPr>
          <a:xfrm>
            <a:off x="4361688" y="4142232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89" name="Text 61"/>
          <p:cNvSpPr/>
          <p:nvPr/>
        </p:nvSpPr>
        <p:spPr>
          <a:xfrm>
            <a:off x="4361688" y="4138574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650" dirty="0"/>
          </a:p>
        </p:txBody>
      </p:sp>
      <p:pic>
        <p:nvPicPr>
          <p:cNvPr id="90" name="Image 26" descr="shirt_thumbs/t_019.jp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919472" y="4142232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91" name="Shape 62"/>
          <p:cNvSpPr/>
          <p:nvPr/>
        </p:nvSpPr>
        <p:spPr>
          <a:xfrm>
            <a:off x="4919472" y="4142232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92" name="Text 63"/>
          <p:cNvSpPr/>
          <p:nvPr/>
        </p:nvSpPr>
        <p:spPr>
          <a:xfrm>
            <a:off x="4919472" y="4138574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650" dirty="0"/>
          </a:p>
        </p:txBody>
      </p:sp>
      <p:pic>
        <p:nvPicPr>
          <p:cNvPr id="93" name="Image 27" descr="shirt_thumbs/t_020.jp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477256" y="4142232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94" name="Shape 64"/>
          <p:cNvSpPr/>
          <p:nvPr/>
        </p:nvSpPr>
        <p:spPr>
          <a:xfrm>
            <a:off x="5477256" y="4142232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95" name="Text 65"/>
          <p:cNvSpPr/>
          <p:nvPr/>
        </p:nvSpPr>
        <p:spPr>
          <a:xfrm>
            <a:off x="5477256" y="4138574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650" dirty="0"/>
          </a:p>
        </p:txBody>
      </p:sp>
      <p:pic>
        <p:nvPicPr>
          <p:cNvPr id="96" name="Image 28" descr="shirt_thumbs/t_024.jp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035040" y="4142232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97" name="Shape 66"/>
          <p:cNvSpPr/>
          <p:nvPr/>
        </p:nvSpPr>
        <p:spPr>
          <a:xfrm>
            <a:off x="6035040" y="4142232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98" name="Text 67"/>
          <p:cNvSpPr/>
          <p:nvPr/>
        </p:nvSpPr>
        <p:spPr>
          <a:xfrm>
            <a:off x="6035040" y="4138574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650" dirty="0"/>
          </a:p>
        </p:txBody>
      </p:sp>
      <p:pic>
        <p:nvPicPr>
          <p:cNvPr id="99" name="Image 29" descr="shirt_thumbs/t_025.jp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592824" y="4142232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00" name="Shape 68"/>
          <p:cNvSpPr/>
          <p:nvPr/>
        </p:nvSpPr>
        <p:spPr>
          <a:xfrm>
            <a:off x="6592824" y="4142232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01" name="Text 69"/>
          <p:cNvSpPr/>
          <p:nvPr/>
        </p:nvSpPr>
        <p:spPr>
          <a:xfrm>
            <a:off x="6592824" y="4138574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650" dirty="0"/>
          </a:p>
        </p:txBody>
      </p:sp>
      <p:pic>
        <p:nvPicPr>
          <p:cNvPr id="102" name="Image 30" descr="shirt_thumbs/t_026.jp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150608" y="4142232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03" name="Shape 70"/>
          <p:cNvSpPr/>
          <p:nvPr/>
        </p:nvSpPr>
        <p:spPr>
          <a:xfrm>
            <a:off x="7150608" y="4142232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04" name="Text 71"/>
          <p:cNvSpPr/>
          <p:nvPr/>
        </p:nvSpPr>
        <p:spPr>
          <a:xfrm>
            <a:off x="7150608" y="4138574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endParaRPr lang="en-US" sz="650" dirty="0"/>
          </a:p>
        </p:txBody>
      </p:sp>
      <p:pic>
        <p:nvPicPr>
          <p:cNvPr id="105" name="Image 31" descr="shirt_thumbs/t_031.jp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708392" y="4142232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06" name="Shape 72"/>
          <p:cNvSpPr/>
          <p:nvPr/>
        </p:nvSpPr>
        <p:spPr>
          <a:xfrm>
            <a:off x="7708392" y="4142232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07" name="Text 73"/>
          <p:cNvSpPr/>
          <p:nvPr/>
        </p:nvSpPr>
        <p:spPr>
          <a:xfrm>
            <a:off x="7708392" y="4138574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</a:t>
            </a:r>
            <a:endParaRPr lang="en-US" sz="650" dirty="0"/>
          </a:p>
        </p:txBody>
      </p:sp>
      <p:pic>
        <p:nvPicPr>
          <p:cNvPr id="108" name="Image 32" descr="shirt_thumbs/t_032.jp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266176" y="4142232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09" name="Shape 74"/>
          <p:cNvSpPr/>
          <p:nvPr/>
        </p:nvSpPr>
        <p:spPr>
          <a:xfrm>
            <a:off x="8266176" y="4142232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10" name="Text 75"/>
          <p:cNvSpPr/>
          <p:nvPr/>
        </p:nvSpPr>
        <p:spPr>
          <a:xfrm>
            <a:off x="8266176" y="4138574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650" dirty="0"/>
          </a:p>
        </p:txBody>
      </p:sp>
      <p:pic>
        <p:nvPicPr>
          <p:cNvPr id="111" name="Image 33" descr="shirt_thumbs/t_037.jp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823960" y="4142232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12" name="Shape 76"/>
          <p:cNvSpPr/>
          <p:nvPr/>
        </p:nvSpPr>
        <p:spPr>
          <a:xfrm>
            <a:off x="8823960" y="4142232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13" name="Text 77"/>
          <p:cNvSpPr/>
          <p:nvPr/>
        </p:nvSpPr>
        <p:spPr>
          <a:xfrm>
            <a:off x="8823960" y="4138574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</a:t>
            </a:r>
            <a:endParaRPr lang="en-US" sz="650" dirty="0"/>
          </a:p>
        </p:txBody>
      </p:sp>
      <p:pic>
        <p:nvPicPr>
          <p:cNvPr id="114" name="Image 34" descr="shirt_thumbs/t_038.jp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381744" y="4142232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15" name="Shape 78"/>
          <p:cNvSpPr/>
          <p:nvPr/>
        </p:nvSpPr>
        <p:spPr>
          <a:xfrm>
            <a:off x="9381744" y="4142232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16" name="Text 79"/>
          <p:cNvSpPr/>
          <p:nvPr/>
        </p:nvSpPr>
        <p:spPr>
          <a:xfrm>
            <a:off x="9381744" y="4138574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</a:t>
            </a:r>
            <a:endParaRPr lang="en-US" sz="650" dirty="0"/>
          </a:p>
        </p:txBody>
      </p:sp>
      <p:pic>
        <p:nvPicPr>
          <p:cNvPr id="117" name="Image 35" descr="shirt_thumbs/t_039.jp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939528" y="4142232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18" name="Shape 80"/>
          <p:cNvSpPr/>
          <p:nvPr/>
        </p:nvSpPr>
        <p:spPr>
          <a:xfrm>
            <a:off x="9939528" y="4142232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19" name="Text 81"/>
          <p:cNvSpPr/>
          <p:nvPr/>
        </p:nvSpPr>
        <p:spPr>
          <a:xfrm>
            <a:off x="9939528" y="4138574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</a:t>
            </a:r>
            <a:endParaRPr lang="en-US" sz="650" dirty="0"/>
          </a:p>
        </p:txBody>
      </p:sp>
      <p:pic>
        <p:nvPicPr>
          <p:cNvPr id="120" name="Image 36" descr="shirt_thumbs/t_041.jp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497312" y="4142232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21" name="Shape 82"/>
          <p:cNvSpPr/>
          <p:nvPr/>
        </p:nvSpPr>
        <p:spPr>
          <a:xfrm>
            <a:off x="10497312" y="4142232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22" name="Text 83"/>
          <p:cNvSpPr/>
          <p:nvPr/>
        </p:nvSpPr>
        <p:spPr>
          <a:xfrm>
            <a:off x="10497312" y="4138574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</a:t>
            </a:r>
            <a:endParaRPr lang="en-US" sz="650" dirty="0"/>
          </a:p>
        </p:txBody>
      </p:sp>
      <p:pic>
        <p:nvPicPr>
          <p:cNvPr id="123" name="Image 37" descr="shirt_thumbs/t_044.jp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1055096" y="4142232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24" name="Shape 84"/>
          <p:cNvSpPr/>
          <p:nvPr/>
        </p:nvSpPr>
        <p:spPr>
          <a:xfrm>
            <a:off x="11055096" y="4142232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25" name="Text 85"/>
          <p:cNvSpPr/>
          <p:nvPr/>
        </p:nvSpPr>
        <p:spPr>
          <a:xfrm>
            <a:off x="11055096" y="4138574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</a:t>
            </a:r>
            <a:endParaRPr lang="en-US" sz="650" dirty="0"/>
          </a:p>
        </p:txBody>
      </p:sp>
      <p:sp>
        <p:nvSpPr>
          <p:cNvPr id="126" name="Shape 86"/>
          <p:cNvSpPr/>
          <p:nvPr/>
        </p:nvSpPr>
        <p:spPr>
          <a:xfrm>
            <a:off x="457200" y="4782312"/>
            <a:ext cx="137160" cy="137160"/>
          </a:xfrm>
          <a:prstGeom prst="rect">
            <a:avLst/>
          </a:prstGeom>
          <a:solidFill>
            <a:srgbClr val="5E7787"/>
          </a:solidFill>
          <a:ln/>
        </p:spPr>
      </p:sp>
      <p:sp>
        <p:nvSpPr>
          <p:cNvPr id="127" name="Text 87"/>
          <p:cNvSpPr/>
          <p:nvPr/>
        </p:nvSpPr>
        <p:spPr>
          <a:xfrm>
            <a:off x="667512" y="4718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¥6,000 이상</a:t>
            </a:r>
            <a:pPr indent="0" marL="0">
              <a:buNone/>
            </a:pPr>
            <a:r>
              <a:rPr lang="en-US" sz="9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12개   ·   디자이너존</a:t>
            </a:r>
            <a:endParaRPr lang="en-US" sz="1200" dirty="0"/>
          </a:p>
        </p:txBody>
      </p:sp>
      <p:pic>
        <p:nvPicPr>
          <p:cNvPr id="128" name="Image 38" descr="shirt_thumbs/t_005.jp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457200" y="5029200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29" name="Shape 88"/>
          <p:cNvSpPr/>
          <p:nvPr/>
        </p:nvSpPr>
        <p:spPr>
          <a:xfrm>
            <a:off x="457200" y="5029200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30" name="Text 89"/>
          <p:cNvSpPr/>
          <p:nvPr/>
        </p:nvSpPr>
        <p:spPr>
          <a:xfrm>
            <a:off x="457200" y="5025542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650" dirty="0"/>
          </a:p>
        </p:txBody>
      </p:sp>
      <p:pic>
        <p:nvPicPr>
          <p:cNvPr id="131" name="Image 39" descr="shirt_thumbs/t_014.jp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014984" y="5029200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32" name="Shape 90"/>
          <p:cNvSpPr/>
          <p:nvPr/>
        </p:nvSpPr>
        <p:spPr>
          <a:xfrm>
            <a:off x="1014984" y="5029200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33" name="Text 91"/>
          <p:cNvSpPr/>
          <p:nvPr/>
        </p:nvSpPr>
        <p:spPr>
          <a:xfrm>
            <a:off x="1014984" y="5025542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650" dirty="0"/>
          </a:p>
        </p:txBody>
      </p:sp>
      <p:pic>
        <p:nvPicPr>
          <p:cNvPr id="134" name="Image 40" descr="shirt_thumbs/t_017.jp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572768" y="5029200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35" name="Shape 92"/>
          <p:cNvSpPr/>
          <p:nvPr/>
        </p:nvSpPr>
        <p:spPr>
          <a:xfrm>
            <a:off x="1572768" y="5029200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36" name="Text 93"/>
          <p:cNvSpPr/>
          <p:nvPr/>
        </p:nvSpPr>
        <p:spPr>
          <a:xfrm>
            <a:off x="1572768" y="5025542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650" dirty="0"/>
          </a:p>
        </p:txBody>
      </p:sp>
      <p:pic>
        <p:nvPicPr>
          <p:cNvPr id="137" name="Image 41" descr="shirt_thumbs/t_021.jp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2130552" y="5029200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38" name="Shape 94"/>
          <p:cNvSpPr/>
          <p:nvPr/>
        </p:nvSpPr>
        <p:spPr>
          <a:xfrm>
            <a:off x="2130552" y="5029200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39" name="Text 95"/>
          <p:cNvSpPr/>
          <p:nvPr/>
        </p:nvSpPr>
        <p:spPr>
          <a:xfrm>
            <a:off x="2130552" y="5025542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650" dirty="0"/>
          </a:p>
        </p:txBody>
      </p:sp>
      <p:pic>
        <p:nvPicPr>
          <p:cNvPr id="140" name="Image 42" descr="shirt_thumbs/t_022.jp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2688336" y="5029200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41" name="Shape 96"/>
          <p:cNvSpPr/>
          <p:nvPr/>
        </p:nvSpPr>
        <p:spPr>
          <a:xfrm>
            <a:off x="2688336" y="5029200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42" name="Text 97"/>
          <p:cNvSpPr/>
          <p:nvPr/>
        </p:nvSpPr>
        <p:spPr>
          <a:xfrm>
            <a:off x="2688336" y="5025542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650" dirty="0"/>
          </a:p>
        </p:txBody>
      </p:sp>
      <p:pic>
        <p:nvPicPr>
          <p:cNvPr id="143" name="Image 43" descr="shirt_thumbs/t_029.jp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3246120" y="5029200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44" name="Shape 98"/>
          <p:cNvSpPr/>
          <p:nvPr/>
        </p:nvSpPr>
        <p:spPr>
          <a:xfrm>
            <a:off x="3246120" y="5029200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45" name="Text 99"/>
          <p:cNvSpPr/>
          <p:nvPr/>
        </p:nvSpPr>
        <p:spPr>
          <a:xfrm>
            <a:off x="3246120" y="5025542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</a:t>
            </a:r>
            <a:endParaRPr lang="en-US" sz="650" dirty="0"/>
          </a:p>
        </p:txBody>
      </p:sp>
      <p:pic>
        <p:nvPicPr>
          <p:cNvPr id="146" name="Image 44" descr="shirt_thumbs/t_030.jp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3803904" y="5029200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47" name="Shape 100"/>
          <p:cNvSpPr/>
          <p:nvPr/>
        </p:nvSpPr>
        <p:spPr>
          <a:xfrm>
            <a:off x="3803904" y="5029200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48" name="Text 101"/>
          <p:cNvSpPr/>
          <p:nvPr/>
        </p:nvSpPr>
        <p:spPr>
          <a:xfrm>
            <a:off x="3803904" y="5025542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</a:t>
            </a:r>
            <a:endParaRPr lang="en-US" sz="650" dirty="0"/>
          </a:p>
        </p:txBody>
      </p:sp>
      <p:pic>
        <p:nvPicPr>
          <p:cNvPr id="149" name="Image 45" descr="shirt_thumbs/t_035.jp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4361688" y="5029200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50" name="Shape 102"/>
          <p:cNvSpPr/>
          <p:nvPr/>
        </p:nvSpPr>
        <p:spPr>
          <a:xfrm>
            <a:off x="4361688" y="5029200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51" name="Text 103"/>
          <p:cNvSpPr/>
          <p:nvPr/>
        </p:nvSpPr>
        <p:spPr>
          <a:xfrm>
            <a:off x="4361688" y="5025542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</a:t>
            </a:r>
            <a:endParaRPr lang="en-US" sz="650" dirty="0"/>
          </a:p>
        </p:txBody>
      </p:sp>
      <p:pic>
        <p:nvPicPr>
          <p:cNvPr id="152" name="Image 46" descr="shirt_thumbs/t_036.jp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4919472" y="5029200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53" name="Shape 104"/>
          <p:cNvSpPr/>
          <p:nvPr/>
        </p:nvSpPr>
        <p:spPr>
          <a:xfrm>
            <a:off x="4919472" y="5029200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54" name="Text 105"/>
          <p:cNvSpPr/>
          <p:nvPr/>
        </p:nvSpPr>
        <p:spPr>
          <a:xfrm>
            <a:off x="4919472" y="5025542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</a:t>
            </a:r>
            <a:endParaRPr lang="en-US" sz="650" dirty="0"/>
          </a:p>
        </p:txBody>
      </p:sp>
      <p:pic>
        <p:nvPicPr>
          <p:cNvPr id="155" name="Image 47" descr="shirt_thumbs/t_040.jp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5477256" y="5029200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56" name="Shape 106"/>
          <p:cNvSpPr/>
          <p:nvPr/>
        </p:nvSpPr>
        <p:spPr>
          <a:xfrm>
            <a:off x="5477256" y="5029200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57" name="Text 107"/>
          <p:cNvSpPr/>
          <p:nvPr/>
        </p:nvSpPr>
        <p:spPr>
          <a:xfrm>
            <a:off x="5477256" y="5025542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</a:t>
            </a:r>
            <a:endParaRPr lang="en-US" sz="650" dirty="0"/>
          </a:p>
        </p:txBody>
      </p:sp>
      <p:pic>
        <p:nvPicPr>
          <p:cNvPr id="158" name="Image 48" descr="shirt_thumbs/t_045.jp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6035040" y="5029200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59" name="Shape 108"/>
          <p:cNvSpPr/>
          <p:nvPr/>
        </p:nvSpPr>
        <p:spPr>
          <a:xfrm>
            <a:off x="6035040" y="5029200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60" name="Text 109"/>
          <p:cNvSpPr/>
          <p:nvPr/>
        </p:nvSpPr>
        <p:spPr>
          <a:xfrm>
            <a:off x="6035040" y="5025542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</a:t>
            </a:r>
            <a:endParaRPr lang="en-US" sz="650" dirty="0"/>
          </a:p>
        </p:txBody>
      </p:sp>
      <p:pic>
        <p:nvPicPr>
          <p:cNvPr id="161" name="Image 49" descr="shirt_thumbs/t_049.jp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6592824" y="5029200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62" name="Shape 110"/>
          <p:cNvSpPr/>
          <p:nvPr/>
        </p:nvSpPr>
        <p:spPr>
          <a:xfrm>
            <a:off x="6592824" y="5029200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63" name="Text 111"/>
          <p:cNvSpPr/>
          <p:nvPr/>
        </p:nvSpPr>
        <p:spPr>
          <a:xfrm>
            <a:off x="6592824" y="5025542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49</a:t>
            </a:r>
            <a:endParaRPr lang="en-US" sz="650" dirty="0"/>
          </a:p>
        </p:txBody>
      </p:sp>
      <p:sp>
        <p:nvSpPr>
          <p:cNvPr id="164" name="Text 112"/>
          <p:cNvSpPr/>
          <p:nvPr/>
        </p:nvSpPr>
        <p:spPr>
          <a:xfrm>
            <a:off x="457200" y="6053328"/>
            <a:ext cx="11338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저가(~¥1,999) 1개 · 중가(¥2,000~3,999) 17개 · ¥4,000+ 32개 · 평균 ¥5,160 / 중앙값 ¥4,425 (Top 50 기준)</a:t>
            </a:r>
            <a:endParaRPr lang="en-US" sz="1000" dirty="0"/>
          </a:p>
        </p:txBody>
      </p:sp>
      <p:sp>
        <p:nvSpPr>
          <p:cNvPr id="165" name="Text 113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PRINT · 프린트/패턴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무지·솔리드  (1/4)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112471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프린트·로고 없음(소재·핏으로 차별화)   ·   36개</a:t>
            </a:r>
            <a:endParaRPr lang="en-US" sz="1150" dirty="0"/>
          </a:p>
        </p:txBody>
      </p:sp>
      <p:pic>
        <p:nvPicPr>
          <p:cNvPr id="5" name="Image 0" descr="shirt_thumbs/t_0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728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156728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156728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47584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classicalelf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47584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¥1,999</a:t>
            </a:r>
            <a:endParaRPr lang="en-US" sz="950" dirty="0"/>
          </a:p>
        </p:txBody>
      </p:sp>
      <p:pic>
        <p:nvPicPr>
          <p:cNvPr id="10" name="Image 1" descr="shirt_thumbs/t_00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894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1" name="Shape 7"/>
          <p:cNvSpPr/>
          <p:nvPr/>
        </p:nvSpPr>
        <p:spPr>
          <a:xfrm>
            <a:off x="341894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341894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32750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Meiru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32750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¥6,999</a:t>
            </a:r>
            <a:endParaRPr lang="en-US" sz="950" dirty="0"/>
          </a:p>
        </p:txBody>
      </p:sp>
      <p:pic>
        <p:nvPicPr>
          <p:cNvPr id="15" name="Image 2" descr="shirt_thumbs/t_006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60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6" name="Shape 11"/>
          <p:cNvSpPr/>
          <p:nvPr/>
        </p:nvSpPr>
        <p:spPr>
          <a:xfrm>
            <a:off x="527060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527060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517916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GeeRA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517916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¥2,999</a:t>
            </a:r>
            <a:endParaRPr lang="en-US" sz="950" dirty="0"/>
          </a:p>
        </p:txBody>
      </p:sp>
      <p:pic>
        <p:nvPicPr>
          <p:cNvPr id="20" name="Image 3" descr="shirt_thumbs/t_007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226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21" name="Shape 15"/>
          <p:cNvSpPr/>
          <p:nvPr/>
        </p:nvSpPr>
        <p:spPr>
          <a:xfrm>
            <a:off x="712226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22" name="Text 16"/>
          <p:cNvSpPr/>
          <p:nvPr/>
        </p:nvSpPr>
        <p:spPr>
          <a:xfrm>
            <a:off x="712226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703082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BLUEEAST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703082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¥4,180</a:t>
            </a:r>
            <a:endParaRPr lang="en-US" sz="950" dirty="0"/>
          </a:p>
        </p:txBody>
      </p:sp>
      <p:pic>
        <p:nvPicPr>
          <p:cNvPr id="25" name="Image 4" descr="shirt_thumbs/t_008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392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26" name="Shape 19"/>
          <p:cNvSpPr/>
          <p:nvPr/>
        </p:nvSpPr>
        <p:spPr>
          <a:xfrm>
            <a:off x="897392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27" name="Text 20"/>
          <p:cNvSpPr/>
          <p:nvPr/>
        </p:nvSpPr>
        <p:spPr>
          <a:xfrm>
            <a:off x="897392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888248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mily bilet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888248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¥2,499</a:t>
            </a:r>
            <a:endParaRPr lang="en-US" sz="950" dirty="0"/>
          </a:p>
        </p:txBody>
      </p:sp>
      <p:pic>
        <p:nvPicPr>
          <p:cNvPr id="30" name="Image 5" descr="shirt_thumbs/t_01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728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31" name="Shape 23"/>
          <p:cNvSpPr/>
          <p:nvPr/>
        </p:nvSpPr>
        <p:spPr>
          <a:xfrm>
            <a:off x="156728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32" name="Text 24"/>
          <p:cNvSpPr/>
          <p:nvPr/>
        </p:nvSpPr>
        <p:spPr>
          <a:xfrm>
            <a:off x="156728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147584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titivate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147584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¥5,709</a:t>
            </a:r>
            <a:endParaRPr lang="en-US" sz="950" dirty="0"/>
          </a:p>
        </p:txBody>
      </p:sp>
      <p:pic>
        <p:nvPicPr>
          <p:cNvPr id="35" name="Image 6" descr="shirt_thumbs/t_012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894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36" name="Shape 27"/>
          <p:cNvSpPr/>
          <p:nvPr/>
        </p:nvSpPr>
        <p:spPr>
          <a:xfrm>
            <a:off x="341894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37" name="Text 28"/>
          <p:cNvSpPr/>
          <p:nvPr/>
        </p:nvSpPr>
        <p:spPr>
          <a:xfrm>
            <a:off x="341894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  <p:sp>
        <p:nvSpPr>
          <p:cNvPr id="38" name="Text 29"/>
          <p:cNvSpPr/>
          <p:nvPr/>
        </p:nvSpPr>
        <p:spPr>
          <a:xfrm>
            <a:off x="332750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INTERPLANET</a:t>
            </a:r>
            <a:endParaRPr lang="en-US" sz="1000" dirty="0"/>
          </a:p>
        </p:txBody>
      </p:sp>
      <p:sp>
        <p:nvSpPr>
          <p:cNvPr id="39" name="Text 30"/>
          <p:cNvSpPr/>
          <p:nvPr/>
        </p:nvSpPr>
        <p:spPr>
          <a:xfrm>
            <a:off x="332750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¥4,128</a:t>
            </a:r>
            <a:endParaRPr lang="en-US" sz="950" dirty="0"/>
          </a:p>
        </p:txBody>
      </p:sp>
      <p:pic>
        <p:nvPicPr>
          <p:cNvPr id="40" name="Image 7" descr="shirt_thumbs/t_013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7060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41" name="Shape 31"/>
          <p:cNvSpPr/>
          <p:nvPr/>
        </p:nvSpPr>
        <p:spPr>
          <a:xfrm>
            <a:off x="527060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42" name="Text 32"/>
          <p:cNvSpPr/>
          <p:nvPr/>
        </p:nvSpPr>
        <p:spPr>
          <a:xfrm>
            <a:off x="527060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00" dirty="0"/>
          </a:p>
        </p:txBody>
      </p:sp>
      <p:sp>
        <p:nvSpPr>
          <p:cNvPr id="43" name="Text 33"/>
          <p:cNvSpPr/>
          <p:nvPr/>
        </p:nvSpPr>
        <p:spPr>
          <a:xfrm>
            <a:off x="517916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Ada.</a:t>
            </a:r>
            <a:endParaRPr lang="en-US" sz="1000" dirty="0"/>
          </a:p>
        </p:txBody>
      </p:sp>
      <p:sp>
        <p:nvSpPr>
          <p:cNvPr id="44" name="Text 34"/>
          <p:cNvSpPr/>
          <p:nvPr/>
        </p:nvSpPr>
        <p:spPr>
          <a:xfrm>
            <a:off x="517916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¥2,990</a:t>
            </a:r>
            <a:endParaRPr lang="en-US" sz="950" dirty="0"/>
          </a:p>
        </p:txBody>
      </p:sp>
      <p:pic>
        <p:nvPicPr>
          <p:cNvPr id="45" name="Image 8" descr="shirt_thumbs/t_014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2226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46" name="Shape 35"/>
          <p:cNvSpPr/>
          <p:nvPr/>
        </p:nvSpPr>
        <p:spPr>
          <a:xfrm>
            <a:off x="712226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47" name="Text 36"/>
          <p:cNvSpPr/>
          <p:nvPr/>
        </p:nvSpPr>
        <p:spPr>
          <a:xfrm>
            <a:off x="712226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00" dirty="0"/>
          </a:p>
        </p:txBody>
      </p:sp>
      <p:sp>
        <p:nvSpPr>
          <p:cNvPr id="48" name="Text 37"/>
          <p:cNvSpPr/>
          <p:nvPr/>
        </p:nvSpPr>
        <p:spPr>
          <a:xfrm>
            <a:off x="703082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LOWRYS FARM</a:t>
            </a:r>
            <a:endParaRPr lang="en-US" sz="1000" dirty="0"/>
          </a:p>
        </p:txBody>
      </p:sp>
      <p:sp>
        <p:nvSpPr>
          <p:cNvPr id="49" name="Text 38"/>
          <p:cNvSpPr/>
          <p:nvPr/>
        </p:nvSpPr>
        <p:spPr>
          <a:xfrm>
            <a:off x="703082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¥6,600</a:t>
            </a:r>
            <a:endParaRPr lang="en-US" sz="950" dirty="0"/>
          </a:p>
        </p:txBody>
      </p:sp>
      <p:pic>
        <p:nvPicPr>
          <p:cNvPr id="50" name="Image 9" descr="shirt_thumbs/t_015.jp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7392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51" name="Shape 39"/>
          <p:cNvSpPr/>
          <p:nvPr/>
        </p:nvSpPr>
        <p:spPr>
          <a:xfrm>
            <a:off x="897392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52" name="Text 40"/>
          <p:cNvSpPr/>
          <p:nvPr/>
        </p:nvSpPr>
        <p:spPr>
          <a:xfrm>
            <a:off x="897392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00" dirty="0"/>
          </a:p>
        </p:txBody>
      </p:sp>
      <p:sp>
        <p:nvSpPr>
          <p:cNvPr id="53" name="Text 41"/>
          <p:cNvSpPr/>
          <p:nvPr/>
        </p:nvSpPr>
        <p:spPr>
          <a:xfrm>
            <a:off x="888248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mily bilet</a:t>
            </a:r>
            <a:endParaRPr lang="en-US" sz="1000" dirty="0"/>
          </a:p>
        </p:txBody>
      </p:sp>
      <p:sp>
        <p:nvSpPr>
          <p:cNvPr id="54" name="Text 42"/>
          <p:cNvSpPr/>
          <p:nvPr/>
        </p:nvSpPr>
        <p:spPr>
          <a:xfrm>
            <a:off x="888248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¥3,999</a:t>
            </a:r>
            <a:endParaRPr lang="en-US" sz="950" dirty="0"/>
          </a:p>
        </p:txBody>
      </p:sp>
      <p:sp>
        <p:nvSpPr>
          <p:cNvPr id="55" name="Text 43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PRINT · 프린트/패턴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무지·솔리드  (2/4)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112471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프린트·로고 없음(소재·핏으로 차별화)   ·   36개</a:t>
            </a:r>
            <a:endParaRPr lang="en-US" sz="1150" dirty="0"/>
          </a:p>
        </p:txBody>
      </p:sp>
      <p:pic>
        <p:nvPicPr>
          <p:cNvPr id="5" name="Image 0" descr="shirt_thumbs/t_01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728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156728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156728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47584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mystic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47584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¥7,920</a:t>
            </a:r>
            <a:endParaRPr lang="en-US" sz="950" dirty="0"/>
          </a:p>
        </p:txBody>
      </p:sp>
      <p:pic>
        <p:nvPicPr>
          <p:cNvPr id="10" name="Image 1" descr="shirt_thumbs/t_018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894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1" name="Shape 7"/>
          <p:cNvSpPr/>
          <p:nvPr/>
        </p:nvSpPr>
        <p:spPr>
          <a:xfrm>
            <a:off x="341894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341894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32750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INGNI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32750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¥4,389</a:t>
            </a:r>
            <a:endParaRPr lang="en-US" sz="950" dirty="0"/>
          </a:p>
        </p:txBody>
      </p:sp>
      <p:pic>
        <p:nvPicPr>
          <p:cNvPr id="15" name="Image 2" descr="shirt_thumbs/t_019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60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6" name="Shape 11"/>
          <p:cNvSpPr/>
          <p:nvPr/>
        </p:nvSpPr>
        <p:spPr>
          <a:xfrm>
            <a:off x="527060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527060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517916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Emma Taylor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517916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¥5,940</a:t>
            </a:r>
            <a:endParaRPr lang="en-US" sz="950" dirty="0"/>
          </a:p>
        </p:txBody>
      </p:sp>
      <p:pic>
        <p:nvPicPr>
          <p:cNvPr id="20" name="Image 3" descr="shirt_thumbs/t_021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226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21" name="Shape 15"/>
          <p:cNvSpPr/>
          <p:nvPr/>
        </p:nvSpPr>
        <p:spPr>
          <a:xfrm>
            <a:off x="712226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22" name="Text 16"/>
          <p:cNvSpPr/>
          <p:nvPr/>
        </p:nvSpPr>
        <p:spPr>
          <a:xfrm>
            <a:off x="712226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703082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RAY CASSIN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703082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¥6,600</a:t>
            </a:r>
            <a:endParaRPr lang="en-US" sz="950" dirty="0"/>
          </a:p>
        </p:txBody>
      </p:sp>
      <p:pic>
        <p:nvPicPr>
          <p:cNvPr id="25" name="Image 4" descr="shirt_thumbs/t_022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392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26" name="Shape 19"/>
          <p:cNvSpPr/>
          <p:nvPr/>
        </p:nvSpPr>
        <p:spPr>
          <a:xfrm>
            <a:off x="897392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27" name="Text 20"/>
          <p:cNvSpPr/>
          <p:nvPr/>
        </p:nvSpPr>
        <p:spPr>
          <a:xfrm>
            <a:off x="897392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888248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COLLAGE GALLARDAGALANTE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888248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¥11,220</a:t>
            </a:r>
            <a:endParaRPr lang="en-US" sz="950" dirty="0"/>
          </a:p>
        </p:txBody>
      </p:sp>
      <p:pic>
        <p:nvPicPr>
          <p:cNvPr id="30" name="Image 5" descr="shirt_thumbs/t_023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728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31" name="Shape 23"/>
          <p:cNvSpPr/>
          <p:nvPr/>
        </p:nvSpPr>
        <p:spPr>
          <a:xfrm>
            <a:off x="156728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32" name="Text 24"/>
          <p:cNvSpPr/>
          <p:nvPr/>
        </p:nvSpPr>
        <p:spPr>
          <a:xfrm>
            <a:off x="156728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147584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AMERICAN HOLIC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147584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¥3,490</a:t>
            </a:r>
            <a:endParaRPr lang="en-US" sz="950" dirty="0"/>
          </a:p>
        </p:txBody>
      </p:sp>
      <p:pic>
        <p:nvPicPr>
          <p:cNvPr id="35" name="Image 6" descr="shirt_thumbs/t_024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894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36" name="Shape 27"/>
          <p:cNvSpPr/>
          <p:nvPr/>
        </p:nvSpPr>
        <p:spPr>
          <a:xfrm>
            <a:off x="341894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37" name="Text 28"/>
          <p:cNvSpPr/>
          <p:nvPr/>
        </p:nvSpPr>
        <p:spPr>
          <a:xfrm>
            <a:off x="341894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1000" dirty="0"/>
          </a:p>
        </p:txBody>
      </p:sp>
      <p:sp>
        <p:nvSpPr>
          <p:cNvPr id="38" name="Text 29"/>
          <p:cNvSpPr/>
          <p:nvPr/>
        </p:nvSpPr>
        <p:spPr>
          <a:xfrm>
            <a:off x="332750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LIAN</a:t>
            </a:r>
            <a:endParaRPr lang="en-US" sz="1000" dirty="0"/>
          </a:p>
        </p:txBody>
      </p:sp>
      <p:sp>
        <p:nvSpPr>
          <p:cNvPr id="39" name="Text 30"/>
          <p:cNvSpPr/>
          <p:nvPr/>
        </p:nvSpPr>
        <p:spPr>
          <a:xfrm>
            <a:off x="332750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¥5,225</a:t>
            </a:r>
            <a:endParaRPr lang="en-US" sz="950" dirty="0"/>
          </a:p>
        </p:txBody>
      </p:sp>
      <p:pic>
        <p:nvPicPr>
          <p:cNvPr id="40" name="Image 7" descr="shirt_thumbs/t_025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7060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41" name="Shape 31"/>
          <p:cNvSpPr/>
          <p:nvPr/>
        </p:nvSpPr>
        <p:spPr>
          <a:xfrm>
            <a:off x="527060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42" name="Text 32"/>
          <p:cNvSpPr/>
          <p:nvPr/>
        </p:nvSpPr>
        <p:spPr>
          <a:xfrm>
            <a:off x="527060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1000" dirty="0"/>
          </a:p>
        </p:txBody>
      </p:sp>
      <p:sp>
        <p:nvSpPr>
          <p:cNvPr id="43" name="Text 33"/>
          <p:cNvSpPr/>
          <p:nvPr/>
        </p:nvSpPr>
        <p:spPr>
          <a:xfrm>
            <a:off x="517916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andme</a:t>
            </a:r>
            <a:endParaRPr lang="en-US" sz="1000" dirty="0"/>
          </a:p>
        </p:txBody>
      </p:sp>
      <p:sp>
        <p:nvSpPr>
          <p:cNvPr id="44" name="Text 34"/>
          <p:cNvSpPr/>
          <p:nvPr/>
        </p:nvSpPr>
        <p:spPr>
          <a:xfrm>
            <a:off x="517916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¥5,090</a:t>
            </a:r>
            <a:endParaRPr lang="en-US" sz="950" dirty="0"/>
          </a:p>
        </p:txBody>
      </p:sp>
      <p:pic>
        <p:nvPicPr>
          <p:cNvPr id="45" name="Image 8" descr="shirt_thumbs/t_026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2226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46" name="Shape 35"/>
          <p:cNvSpPr/>
          <p:nvPr/>
        </p:nvSpPr>
        <p:spPr>
          <a:xfrm>
            <a:off x="712226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47" name="Text 36"/>
          <p:cNvSpPr/>
          <p:nvPr/>
        </p:nvSpPr>
        <p:spPr>
          <a:xfrm>
            <a:off x="712226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endParaRPr lang="en-US" sz="1000" dirty="0"/>
          </a:p>
        </p:txBody>
      </p:sp>
      <p:sp>
        <p:nvSpPr>
          <p:cNvPr id="48" name="Text 37"/>
          <p:cNvSpPr/>
          <p:nvPr/>
        </p:nvSpPr>
        <p:spPr>
          <a:xfrm>
            <a:off x="703082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FREAK'S STORE</a:t>
            </a:r>
            <a:endParaRPr lang="en-US" sz="1000" dirty="0"/>
          </a:p>
        </p:txBody>
      </p:sp>
      <p:sp>
        <p:nvSpPr>
          <p:cNvPr id="49" name="Text 38"/>
          <p:cNvSpPr/>
          <p:nvPr/>
        </p:nvSpPr>
        <p:spPr>
          <a:xfrm>
            <a:off x="703082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¥5,095</a:t>
            </a:r>
            <a:endParaRPr lang="en-US" sz="950" dirty="0"/>
          </a:p>
        </p:txBody>
      </p:sp>
      <p:pic>
        <p:nvPicPr>
          <p:cNvPr id="50" name="Image 9" descr="shirt_thumbs/t_027.jp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7392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51" name="Shape 39"/>
          <p:cNvSpPr/>
          <p:nvPr/>
        </p:nvSpPr>
        <p:spPr>
          <a:xfrm>
            <a:off x="897392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52" name="Text 40"/>
          <p:cNvSpPr/>
          <p:nvPr/>
        </p:nvSpPr>
        <p:spPr>
          <a:xfrm>
            <a:off x="897392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</a:t>
            </a:r>
            <a:endParaRPr lang="en-US" sz="1000" dirty="0"/>
          </a:p>
        </p:txBody>
      </p:sp>
      <p:sp>
        <p:nvSpPr>
          <p:cNvPr id="53" name="Text 41"/>
          <p:cNvSpPr/>
          <p:nvPr/>
        </p:nvSpPr>
        <p:spPr>
          <a:xfrm>
            <a:off x="888248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AMERICAN HOLIC</a:t>
            </a:r>
            <a:endParaRPr lang="en-US" sz="1000" dirty="0"/>
          </a:p>
        </p:txBody>
      </p:sp>
      <p:sp>
        <p:nvSpPr>
          <p:cNvPr id="54" name="Text 42"/>
          <p:cNvSpPr/>
          <p:nvPr/>
        </p:nvSpPr>
        <p:spPr>
          <a:xfrm>
            <a:off x="888248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¥2,991</a:t>
            </a:r>
            <a:endParaRPr lang="en-US" sz="950" dirty="0"/>
          </a:p>
        </p:txBody>
      </p:sp>
      <p:sp>
        <p:nvSpPr>
          <p:cNvPr id="55" name="Text 43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PRINT · 프린트/패턴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무지·솔리드  (3/4)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112471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프린트·로고 없음(소재·핏으로 차별화)   ·   36개</a:t>
            </a:r>
            <a:endParaRPr lang="en-US" sz="1150" dirty="0"/>
          </a:p>
        </p:txBody>
      </p:sp>
      <p:pic>
        <p:nvPicPr>
          <p:cNvPr id="5" name="Image 0" descr="shirt_thumbs/t_02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728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156728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156728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47584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loin nuit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47584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¥7,920</a:t>
            </a:r>
            <a:endParaRPr lang="en-US" sz="950" dirty="0"/>
          </a:p>
        </p:txBody>
      </p:sp>
      <p:pic>
        <p:nvPicPr>
          <p:cNvPr id="10" name="Image 1" descr="shirt_thumbs/t_030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894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1" name="Shape 7"/>
          <p:cNvSpPr/>
          <p:nvPr/>
        </p:nvSpPr>
        <p:spPr>
          <a:xfrm>
            <a:off x="341894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341894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32750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PUAL CE CIN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32750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¥10,780</a:t>
            </a:r>
            <a:endParaRPr lang="en-US" sz="950" dirty="0"/>
          </a:p>
        </p:txBody>
      </p:sp>
      <p:pic>
        <p:nvPicPr>
          <p:cNvPr id="15" name="Image 2" descr="shirt_thumbs/t_031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60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6" name="Shape 11"/>
          <p:cNvSpPr/>
          <p:nvPr/>
        </p:nvSpPr>
        <p:spPr>
          <a:xfrm>
            <a:off x="527060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527060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517916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on:nue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517916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¥4,510</a:t>
            </a:r>
            <a:endParaRPr lang="en-US" sz="950" dirty="0"/>
          </a:p>
        </p:txBody>
      </p:sp>
      <p:pic>
        <p:nvPicPr>
          <p:cNvPr id="20" name="Image 3" descr="shirt_thumbs/t_032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226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21" name="Shape 15"/>
          <p:cNvSpPr/>
          <p:nvPr/>
        </p:nvSpPr>
        <p:spPr>
          <a:xfrm>
            <a:off x="712226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22" name="Text 16"/>
          <p:cNvSpPr/>
          <p:nvPr/>
        </p:nvSpPr>
        <p:spPr>
          <a:xfrm>
            <a:off x="712226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703082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 retro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703082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¥4,290</a:t>
            </a:r>
            <a:endParaRPr lang="en-US" sz="950" dirty="0"/>
          </a:p>
        </p:txBody>
      </p:sp>
      <p:pic>
        <p:nvPicPr>
          <p:cNvPr id="25" name="Image 4" descr="shirt_thumbs/t_033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392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26" name="Shape 19"/>
          <p:cNvSpPr/>
          <p:nvPr/>
        </p:nvSpPr>
        <p:spPr>
          <a:xfrm>
            <a:off x="897392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27" name="Text 20"/>
          <p:cNvSpPr/>
          <p:nvPr/>
        </p:nvSpPr>
        <p:spPr>
          <a:xfrm>
            <a:off x="897392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888248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moment+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888248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¥2,599</a:t>
            </a:r>
            <a:endParaRPr lang="en-US" sz="950" dirty="0"/>
          </a:p>
        </p:txBody>
      </p:sp>
      <p:pic>
        <p:nvPicPr>
          <p:cNvPr id="30" name="Image 5" descr="shirt_thumbs/t_034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728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31" name="Shape 23"/>
          <p:cNvSpPr/>
          <p:nvPr/>
        </p:nvSpPr>
        <p:spPr>
          <a:xfrm>
            <a:off x="156728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32" name="Text 24"/>
          <p:cNvSpPr/>
          <p:nvPr/>
        </p:nvSpPr>
        <p:spPr>
          <a:xfrm>
            <a:off x="156728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147584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mipiarl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147584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¥3,999</a:t>
            </a:r>
            <a:endParaRPr lang="en-US" sz="950" dirty="0"/>
          </a:p>
        </p:txBody>
      </p:sp>
      <p:pic>
        <p:nvPicPr>
          <p:cNvPr id="35" name="Image 6" descr="shirt_thumbs/t_035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894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36" name="Shape 27"/>
          <p:cNvSpPr/>
          <p:nvPr/>
        </p:nvSpPr>
        <p:spPr>
          <a:xfrm>
            <a:off x="341894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37" name="Text 28"/>
          <p:cNvSpPr/>
          <p:nvPr/>
        </p:nvSpPr>
        <p:spPr>
          <a:xfrm>
            <a:off x="341894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</a:t>
            </a:r>
            <a:endParaRPr lang="en-US" sz="1000" dirty="0"/>
          </a:p>
        </p:txBody>
      </p:sp>
      <p:sp>
        <p:nvSpPr>
          <p:cNvPr id="38" name="Text 29"/>
          <p:cNvSpPr/>
          <p:nvPr/>
        </p:nvSpPr>
        <p:spPr>
          <a:xfrm>
            <a:off x="332750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PUAL CE CIN</a:t>
            </a:r>
            <a:endParaRPr lang="en-US" sz="1000" dirty="0"/>
          </a:p>
        </p:txBody>
      </p:sp>
      <p:sp>
        <p:nvSpPr>
          <p:cNvPr id="39" name="Text 30"/>
          <p:cNvSpPr/>
          <p:nvPr/>
        </p:nvSpPr>
        <p:spPr>
          <a:xfrm>
            <a:off x="332750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¥11,000</a:t>
            </a:r>
            <a:endParaRPr lang="en-US" sz="950" dirty="0"/>
          </a:p>
        </p:txBody>
      </p:sp>
      <p:pic>
        <p:nvPicPr>
          <p:cNvPr id="40" name="Image 7" descr="shirt_thumbs/t_037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7060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41" name="Shape 31"/>
          <p:cNvSpPr/>
          <p:nvPr/>
        </p:nvSpPr>
        <p:spPr>
          <a:xfrm>
            <a:off x="527060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42" name="Text 32"/>
          <p:cNvSpPr/>
          <p:nvPr/>
        </p:nvSpPr>
        <p:spPr>
          <a:xfrm>
            <a:off x="527060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</a:t>
            </a:r>
            <a:endParaRPr lang="en-US" sz="1000" dirty="0"/>
          </a:p>
        </p:txBody>
      </p:sp>
      <p:sp>
        <p:nvSpPr>
          <p:cNvPr id="43" name="Text 33"/>
          <p:cNvSpPr/>
          <p:nvPr/>
        </p:nvSpPr>
        <p:spPr>
          <a:xfrm>
            <a:off x="517916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Rejoule</a:t>
            </a:r>
            <a:endParaRPr lang="en-US" sz="1000" dirty="0"/>
          </a:p>
        </p:txBody>
      </p:sp>
      <p:sp>
        <p:nvSpPr>
          <p:cNvPr id="44" name="Text 34"/>
          <p:cNvSpPr/>
          <p:nvPr/>
        </p:nvSpPr>
        <p:spPr>
          <a:xfrm>
            <a:off x="517916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¥4,791</a:t>
            </a:r>
            <a:endParaRPr lang="en-US" sz="950" dirty="0"/>
          </a:p>
        </p:txBody>
      </p:sp>
      <p:pic>
        <p:nvPicPr>
          <p:cNvPr id="45" name="Image 8" descr="shirt_thumbs/t_038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2226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46" name="Shape 35"/>
          <p:cNvSpPr/>
          <p:nvPr/>
        </p:nvSpPr>
        <p:spPr>
          <a:xfrm>
            <a:off x="712226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47" name="Text 36"/>
          <p:cNvSpPr/>
          <p:nvPr/>
        </p:nvSpPr>
        <p:spPr>
          <a:xfrm>
            <a:off x="712226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</a:t>
            </a:r>
            <a:endParaRPr lang="en-US" sz="1000" dirty="0"/>
          </a:p>
        </p:txBody>
      </p:sp>
      <p:sp>
        <p:nvSpPr>
          <p:cNvPr id="48" name="Text 37"/>
          <p:cNvSpPr/>
          <p:nvPr/>
        </p:nvSpPr>
        <p:spPr>
          <a:xfrm>
            <a:off x="703082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LOWRYS FARM</a:t>
            </a:r>
            <a:endParaRPr lang="en-US" sz="1000" dirty="0"/>
          </a:p>
        </p:txBody>
      </p:sp>
      <p:sp>
        <p:nvSpPr>
          <p:cNvPr id="49" name="Text 38"/>
          <p:cNvSpPr/>
          <p:nvPr/>
        </p:nvSpPr>
        <p:spPr>
          <a:xfrm>
            <a:off x="703082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¥4,840</a:t>
            </a:r>
            <a:endParaRPr lang="en-US" sz="950" dirty="0"/>
          </a:p>
        </p:txBody>
      </p:sp>
      <p:pic>
        <p:nvPicPr>
          <p:cNvPr id="50" name="Image 9" descr="shirt_thumbs/t_040.jp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7392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51" name="Shape 39"/>
          <p:cNvSpPr/>
          <p:nvPr/>
        </p:nvSpPr>
        <p:spPr>
          <a:xfrm>
            <a:off x="897392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52" name="Text 40"/>
          <p:cNvSpPr/>
          <p:nvPr/>
        </p:nvSpPr>
        <p:spPr>
          <a:xfrm>
            <a:off x="897392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</a:t>
            </a:r>
            <a:endParaRPr lang="en-US" sz="1000" dirty="0"/>
          </a:p>
        </p:txBody>
      </p:sp>
      <p:sp>
        <p:nvSpPr>
          <p:cNvPr id="53" name="Text 41"/>
          <p:cNvSpPr/>
          <p:nvPr/>
        </p:nvSpPr>
        <p:spPr>
          <a:xfrm>
            <a:off x="888248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Kastane</a:t>
            </a:r>
            <a:endParaRPr lang="en-US" sz="1000" dirty="0"/>
          </a:p>
        </p:txBody>
      </p:sp>
      <p:sp>
        <p:nvSpPr>
          <p:cNvPr id="54" name="Text 42"/>
          <p:cNvSpPr/>
          <p:nvPr/>
        </p:nvSpPr>
        <p:spPr>
          <a:xfrm>
            <a:off x="888248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¥7,590</a:t>
            </a:r>
            <a:endParaRPr lang="en-US" sz="950" dirty="0"/>
          </a:p>
        </p:txBody>
      </p:sp>
      <p:sp>
        <p:nvSpPr>
          <p:cNvPr id="55" name="Text 43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PRINT · 프린트/패턴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무지·솔리드  (4/4)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112471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프린트·로고 없음(소재·핏으로 차별화)   ·   36개</a:t>
            </a:r>
            <a:endParaRPr lang="en-US" sz="1150" dirty="0"/>
          </a:p>
        </p:txBody>
      </p:sp>
      <p:pic>
        <p:nvPicPr>
          <p:cNvPr id="5" name="Image 0" descr="shirt_thumbs/t_04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311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249311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249311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40167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anyonemore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40167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¥4,400</a:t>
            </a:r>
            <a:endParaRPr lang="en-US" sz="950" dirty="0"/>
          </a:p>
        </p:txBody>
      </p:sp>
      <p:pic>
        <p:nvPicPr>
          <p:cNvPr id="10" name="Image 1" descr="shirt_thumbs/t_04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477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1" name="Shape 7"/>
          <p:cNvSpPr/>
          <p:nvPr/>
        </p:nvSpPr>
        <p:spPr>
          <a:xfrm>
            <a:off x="434477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434477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25333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GeeRA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25333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¥2,899</a:t>
            </a:r>
            <a:endParaRPr lang="en-US" sz="950" dirty="0"/>
          </a:p>
        </p:txBody>
      </p:sp>
      <p:pic>
        <p:nvPicPr>
          <p:cNvPr id="15" name="Image 2" descr="shirt_thumbs/t_044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43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6" name="Shape 11"/>
          <p:cNvSpPr/>
          <p:nvPr/>
        </p:nvSpPr>
        <p:spPr>
          <a:xfrm>
            <a:off x="619643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619643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610499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NANO universe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610499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¥4,400</a:t>
            </a:r>
            <a:endParaRPr lang="en-US" sz="950" dirty="0"/>
          </a:p>
        </p:txBody>
      </p:sp>
      <p:pic>
        <p:nvPicPr>
          <p:cNvPr id="20" name="Image 3" descr="shirt_thumbs/t_045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809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21" name="Shape 15"/>
          <p:cNvSpPr/>
          <p:nvPr/>
        </p:nvSpPr>
        <p:spPr>
          <a:xfrm>
            <a:off x="804809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22" name="Text 16"/>
          <p:cNvSpPr/>
          <p:nvPr/>
        </p:nvSpPr>
        <p:spPr>
          <a:xfrm>
            <a:off x="804809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795665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Chico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795665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¥7,920</a:t>
            </a:r>
            <a:endParaRPr lang="en-US" sz="950" dirty="0"/>
          </a:p>
        </p:txBody>
      </p:sp>
      <p:pic>
        <p:nvPicPr>
          <p:cNvPr id="25" name="Image 4" descr="shirt_thumbs/t_047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311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26" name="Shape 19"/>
          <p:cNvSpPr/>
          <p:nvPr/>
        </p:nvSpPr>
        <p:spPr>
          <a:xfrm>
            <a:off x="249311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27" name="Text 20"/>
          <p:cNvSpPr/>
          <p:nvPr/>
        </p:nvSpPr>
        <p:spPr>
          <a:xfrm>
            <a:off x="249311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240167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mily bilet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240167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¥2,798</a:t>
            </a:r>
            <a:endParaRPr lang="en-US" sz="950" dirty="0"/>
          </a:p>
        </p:txBody>
      </p:sp>
      <p:pic>
        <p:nvPicPr>
          <p:cNvPr id="30" name="Image 5" descr="shirt_thumbs/t_05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477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31" name="Shape 23"/>
          <p:cNvSpPr/>
          <p:nvPr/>
        </p:nvSpPr>
        <p:spPr>
          <a:xfrm>
            <a:off x="434477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32" name="Text 24"/>
          <p:cNvSpPr/>
          <p:nvPr/>
        </p:nvSpPr>
        <p:spPr>
          <a:xfrm>
            <a:off x="434477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425333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Bonjour Sagan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425333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¥2,999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PRINT · 프린트/패턴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플라워·꽃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112471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꽃 그래픽 (Mardi 홈그라운드)   ·   1개</a:t>
            </a:r>
            <a:endParaRPr lang="en-US" sz="1150" dirty="0"/>
          </a:p>
        </p:txBody>
      </p:sp>
      <p:pic>
        <p:nvPicPr>
          <p:cNvPr id="5" name="Image 0" descr="shirt_thumbs/t_04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29988" y="1600200"/>
            <a:ext cx="2331720" cy="2331720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4929988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929988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838548" y="39593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antiqua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838548" y="415137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¥3,960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PRINT · 프린트/패턴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도트</a:t>
            </a:r>
            <a:endParaRPr lang="en-US" sz="2600" dirty="0"/>
          </a:p>
        </p:txBody>
      </p:sp>
      <p:pic>
        <p:nvPicPr>
          <p:cNvPr id="4" name="Image 0" descr="shirt_thumbs/t_0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7100" y="1600200"/>
            <a:ext cx="2331720" cy="2331720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2397100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2397100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305660" y="39593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tiptop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305660" y="415137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¥4,450</a:t>
            </a:r>
            <a:endParaRPr lang="en-US" sz="950" dirty="0"/>
          </a:p>
        </p:txBody>
      </p:sp>
      <p:pic>
        <p:nvPicPr>
          <p:cNvPr id="9" name="Image 1" descr="shirt_thumbs/t_036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9988" y="1600200"/>
            <a:ext cx="2331720" cy="2331720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0" name="Shape 6"/>
          <p:cNvSpPr/>
          <p:nvPr/>
        </p:nvSpPr>
        <p:spPr>
          <a:xfrm>
            <a:off x="4929988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4929988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838548" y="39593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MOUSSY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838548" y="415137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¥7,997</a:t>
            </a:r>
            <a:endParaRPr lang="en-US" sz="950" dirty="0"/>
          </a:p>
        </p:txBody>
      </p:sp>
      <p:pic>
        <p:nvPicPr>
          <p:cNvPr id="14" name="Image 2" descr="shirt_thumbs/t_046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2876" y="1600200"/>
            <a:ext cx="2331720" cy="2331720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5" name="Shape 10"/>
          <p:cNvSpPr/>
          <p:nvPr/>
        </p:nvSpPr>
        <p:spPr>
          <a:xfrm>
            <a:off x="7462876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6" name="Text 11"/>
          <p:cNvSpPr/>
          <p:nvPr/>
        </p:nvSpPr>
        <p:spPr>
          <a:xfrm>
            <a:off x="7462876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7371436" y="39593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INGNI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7371436" y="415137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¥3,432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PRINT · 프린트/패턴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보더·스트라이프</a:t>
            </a:r>
            <a:endParaRPr lang="en-US" sz="2600" dirty="0"/>
          </a:p>
        </p:txBody>
      </p:sp>
      <p:pic>
        <p:nvPicPr>
          <p:cNvPr id="4" name="Image 0" descr="shirt_thumbs/t_0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656" y="1600200"/>
            <a:ext cx="2331720" cy="2331720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1130656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130656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39216" y="39593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URBAN RESEARCH Sonny Label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39216" y="415137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¥5,544</a:t>
            </a:r>
            <a:endParaRPr lang="en-US" sz="950" dirty="0"/>
          </a:p>
        </p:txBody>
      </p:sp>
      <p:pic>
        <p:nvPicPr>
          <p:cNvPr id="9" name="Image 1" descr="shirt_thumbs/t_020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3544" y="1600200"/>
            <a:ext cx="2331720" cy="2331720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0" name="Shape 6"/>
          <p:cNvSpPr/>
          <p:nvPr/>
        </p:nvSpPr>
        <p:spPr>
          <a:xfrm>
            <a:off x="3663544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3663544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3572104" y="39593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Aunt Marie's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572104" y="415137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¥4,400</a:t>
            </a:r>
            <a:endParaRPr lang="en-US" sz="950" dirty="0"/>
          </a:p>
        </p:txBody>
      </p:sp>
      <p:pic>
        <p:nvPicPr>
          <p:cNvPr id="14" name="Image 2" descr="shirt_thumbs/t_028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432" y="1600200"/>
            <a:ext cx="2331720" cy="2331720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5" name="Shape 10"/>
          <p:cNvSpPr/>
          <p:nvPr/>
        </p:nvSpPr>
        <p:spPr>
          <a:xfrm>
            <a:off x="619643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6" name="Text 11"/>
          <p:cNvSpPr/>
          <p:nvPr/>
        </p:nvSpPr>
        <p:spPr>
          <a:xfrm>
            <a:off x="619643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6104992" y="39593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classicalelf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6104992" y="415137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¥3,999</a:t>
            </a:r>
            <a:endParaRPr lang="en-US" sz="950" dirty="0"/>
          </a:p>
        </p:txBody>
      </p:sp>
      <p:pic>
        <p:nvPicPr>
          <p:cNvPr id="19" name="Image 3" descr="shirt_thumbs/t_04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9320" y="1600200"/>
            <a:ext cx="2331720" cy="2331720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20" name="Shape 14"/>
          <p:cNvSpPr/>
          <p:nvPr/>
        </p:nvSpPr>
        <p:spPr>
          <a:xfrm>
            <a:off x="8729320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21" name="Text 15"/>
          <p:cNvSpPr/>
          <p:nvPr/>
        </p:nvSpPr>
        <p:spPr>
          <a:xfrm>
            <a:off x="8729320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8637880" y="39593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classicalelf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8637880" y="415137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¥2,499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PRINT · 프린트/패턴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체크·깅엄</a:t>
            </a:r>
            <a:endParaRPr lang="en-US" sz="2600" dirty="0"/>
          </a:p>
        </p:txBody>
      </p:sp>
      <p:pic>
        <p:nvPicPr>
          <p:cNvPr id="4" name="Image 0" descr="shirt_thumbs/t_0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311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249311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249311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40167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classicalelf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40167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¥3,499</a:t>
            </a:r>
            <a:endParaRPr lang="en-US" sz="950" dirty="0"/>
          </a:p>
        </p:txBody>
      </p:sp>
      <p:pic>
        <p:nvPicPr>
          <p:cNvPr id="9" name="Image 1" descr="shirt_thumbs/t_009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477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0" name="Shape 6"/>
          <p:cNvSpPr/>
          <p:nvPr/>
        </p:nvSpPr>
        <p:spPr>
          <a:xfrm>
            <a:off x="434477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434477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25333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LADY LIKE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25333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¥3,254</a:t>
            </a:r>
            <a:endParaRPr lang="en-US" sz="950" dirty="0"/>
          </a:p>
        </p:txBody>
      </p:sp>
      <p:pic>
        <p:nvPicPr>
          <p:cNvPr id="14" name="Image 2" descr="shirt_thumbs/t_010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43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5" name="Shape 10"/>
          <p:cNvSpPr/>
          <p:nvPr/>
        </p:nvSpPr>
        <p:spPr>
          <a:xfrm>
            <a:off x="619643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6" name="Text 11"/>
          <p:cNvSpPr/>
          <p:nvPr/>
        </p:nvSpPr>
        <p:spPr>
          <a:xfrm>
            <a:off x="619643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610499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U.S. POLO ASSN.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610499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¥4,599</a:t>
            </a:r>
            <a:endParaRPr lang="en-US" sz="950" dirty="0"/>
          </a:p>
        </p:txBody>
      </p:sp>
      <p:pic>
        <p:nvPicPr>
          <p:cNvPr id="19" name="Image 3" descr="shirt_thumbs/t_016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809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20" name="Shape 14"/>
          <p:cNvSpPr/>
          <p:nvPr/>
        </p:nvSpPr>
        <p:spPr>
          <a:xfrm>
            <a:off x="804809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21" name="Text 15"/>
          <p:cNvSpPr/>
          <p:nvPr/>
        </p:nvSpPr>
        <p:spPr>
          <a:xfrm>
            <a:off x="804809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795665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GLOBAL WORK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795665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¥4,490</a:t>
            </a:r>
            <a:endParaRPr lang="en-US" sz="950" dirty="0"/>
          </a:p>
        </p:txBody>
      </p:sp>
      <p:pic>
        <p:nvPicPr>
          <p:cNvPr id="24" name="Image 4" descr="shirt_thumbs/t_039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311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25" name="Shape 18"/>
          <p:cNvSpPr/>
          <p:nvPr/>
        </p:nvSpPr>
        <p:spPr>
          <a:xfrm>
            <a:off x="249311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26" name="Text 19"/>
          <p:cNvSpPr/>
          <p:nvPr/>
        </p:nvSpPr>
        <p:spPr>
          <a:xfrm>
            <a:off x="249311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240167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callautia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240167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¥5,999</a:t>
            </a:r>
            <a:endParaRPr lang="en-US" sz="950" dirty="0"/>
          </a:p>
        </p:txBody>
      </p:sp>
      <p:pic>
        <p:nvPicPr>
          <p:cNvPr id="29" name="Image 5" descr="shirt_thumbs/t_049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477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30" name="Shape 22"/>
          <p:cNvSpPr/>
          <p:nvPr/>
        </p:nvSpPr>
        <p:spPr>
          <a:xfrm>
            <a:off x="434477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31" name="Text 23"/>
          <p:cNvSpPr/>
          <p:nvPr/>
        </p:nvSpPr>
        <p:spPr>
          <a:xfrm>
            <a:off x="434477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49</a:t>
            </a:r>
            <a:endParaRPr lang="en-US" sz="1000" dirty="0"/>
          </a:p>
        </p:txBody>
      </p:sp>
      <p:sp>
        <p:nvSpPr>
          <p:cNvPr id="32" name="Text 24"/>
          <p:cNvSpPr/>
          <p:nvPr/>
        </p:nvSpPr>
        <p:spPr>
          <a:xfrm>
            <a:off x="425333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SLOBE IENA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425333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¥12,100</a:t>
            </a:r>
            <a:endParaRPr lang="en-US" sz="950" dirty="0"/>
          </a:p>
        </p:txBody>
      </p:sp>
      <p:sp>
        <p:nvSpPr>
          <p:cNvPr id="34" name="Text 26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FORM · 실루엣·핏·넥라인 (프린트와 별개 축)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러플·프릴·레이스  (1/2)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112471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페미닌 디테일   ·   15개</a:t>
            </a:r>
            <a:endParaRPr lang="en-US" sz="1150" dirty="0"/>
          </a:p>
        </p:txBody>
      </p:sp>
      <p:pic>
        <p:nvPicPr>
          <p:cNvPr id="5" name="Image 0" descr="shirt_thumbs/t_0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728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156728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156728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47584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tiptop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47584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¥4,450</a:t>
            </a:r>
            <a:endParaRPr lang="en-US" sz="950" dirty="0"/>
          </a:p>
        </p:txBody>
      </p:sp>
      <p:pic>
        <p:nvPicPr>
          <p:cNvPr id="10" name="Image 1" descr="shirt_thumbs/t_00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894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1" name="Shape 7"/>
          <p:cNvSpPr/>
          <p:nvPr/>
        </p:nvSpPr>
        <p:spPr>
          <a:xfrm>
            <a:off x="341894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341894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32750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URBAN RESEARCH Sonny Label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32750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¥5,544</a:t>
            </a:r>
            <a:endParaRPr lang="en-US" sz="950" dirty="0"/>
          </a:p>
        </p:txBody>
      </p:sp>
      <p:pic>
        <p:nvPicPr>
          <p:cNvPr id="15" name="Image 2" descr="shirt_thumbs/t_008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60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6" name="Shape 11"/>
          <p:cNvSpPr/>
          <p:nvPr/>
        </p:nvSpPr>
        <p:spPr>
          <a:xfrm>
            <a:off x="527060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527060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517916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mily bilet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517916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¥2,499</a:t>
            </a:r>
            <a:endParaRPr lang="en-US" sz="950" dirty="0"/>
          </a:p>
        </p:txBody>
      </p:sp>
      <p:pic>
        <p:nvPicPr>
          <p:cNvPr id="20" name="Image 3" descr="shirt_thumbs/t_011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226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21" name="Shape 15"/>
          <p:cNvSpPr/>
          <p:nvPr/>
        </p:nvSpPr>
        <p:spPr>
          <a:xfrm>
            <a:off x="712226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22" name="Text 16"/>
          <p:cNvSpPr/>
          <p:nvPr/>
        </p:nvSpPr>
        <p:spPr>
          <a:xfrm>
            <a:off x="712226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703082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titivate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703082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¥5,709</a:t>
            </a:r>
            <a:endParaRPr lang="en-US" sz="950" dirty="0"/>
          </a:p>
        </p:txBody>
      </p:sp>
      <p:pic>
        <p:nvPicPr>
          <p:cNvPr id="25" name="Image 4" descr="shirt_thumbs/t_012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392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26" name="Shape 19"/>
          <p:cNvSpPr/>
          <p:nvPr/>
        </p:nvSpPr>
        <p:spPr>
          <a:xfrm>
            <a:off x="897392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27" name="Text 20"/>
          <p:cNvSpPr/>
          <p:nvPr/>
        </p:nvSpPr>
        <p:spPr>
          <a:xfrm>
            <a:off x="897392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888248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INTERPLANET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888248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¥4,128</a:t>
            </a:r>
            <a:endParaRPr lang="en-US" sz="950" dirty="0"/>
          </a:p>
        </p:txBody>
      </p:sp>
      <p:pic>
        <p:nvPicPr>
          <p:cNvPr id="30" name="Image 5" descr="shirt_thumbs/t_014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728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31" name="Shape 23"/>
          <p:cNvSpPr/>
          <p:nvPr/>
        </p:nvSpPr>
        <p:spPr>
          <a:xfrm>
            <a:off x="156728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32" name="Text 24"/>
          <p:cNvSpPr/>
          <p:nvPr/>
        </p:nvSpPr>
        <p:spPr>
          <a:xfrm>
            <a:off x="156728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147584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LOWRYS FARM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147584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¥6,600</a:t>
            </a:r>
            <a:endParaRPr lang="en-US" sz="950" dirty="0"/>
          </a:p>
        </p:txBody>
      </p:sp>
      <p:pic>
        <p:nvPicPr>
          <p:cNvPr id="35" name="Image 6" descr="shirt_thumbs/t_015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894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36" name="Shape 27"/>
          <p:cNvSpPr/>
          <p:nvPr/>
        </p:nvSpPr>
        <p:spPr>
          <a:xfrm>
            <a:off x="341894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37" name="Text 28"/>
          <p:cNvSpPr/>
          <p:nvPr/>
        </p:nvSpPr>
        <p:spPr>
          <a:xfrm>
            <a:off x="341894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00" dirty="0"/>
          </a:p>
        </p:txBody>
      </p:sp>
      <p:sp>
        <p:nvSpPr>
          <p:cNvPr id="38" name="Text 29"/>
          <p:cNvSpPr/>
          <p:nvPr/>
        </p:nvSpPr>
        <p:spPr>
          <a:xfrm>
            <a:off x="332750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mily bilet</a:t>
            </a:r>
            <a:endParaRPr lang="en-US" sz="1000" dirty="0"/>
          </a:p>
        </p:txBody>
      </p:sp>
      <p:sp>
        <p:nvSpPr>
          <p:cNvPr id="39" name="Text 30"/>
          <p:cNvSpPr/>
          <p:nvPr/>
        </p:nvSpPr>
        <p:spPr>
          <a:xfrm>
            <a:off x="332750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¥3,999</a:t>
            </a:r>
            <a:endParaRPr lang="en-US" sz="950" dirty="0"/>
          </a:p>
        </p:txBody>
      </p:sp>
      <p:pic>
        <p:nvPicPr>
          <p:cNvPr id="40" name="Image 7" descr="shirt_thumbs/t_022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7060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41" name="Shape 31"/>
          <p:cNvSpPr/>
          <p:nvPr/>
        </p:nvSpPr>
        <p:spPr>
          <a:xfrm>
            <a:off x="527060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42" name="Text 32"/>
          <p:cNvSpPr/>
          <p:nvPr/>
        </p:nvSpPr>
        <p:spPr>
          <a:xfrm>
            <a:off x="527060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1000" dirty="0"/>
          </a:p>
        </p:txBody>
      </p:sp>
      <p:sp>
        <p:nvSpPr>
          <p:cNvPr id="43" name="Text 33"/>
          <p:cNvSpPr/>
          <p:nvPr/>
        </p:nvSpPr>
        <p:spPr>
          <a:xfrm>
            <a:off x="517916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COLLAGE GALLARDAGALANTE</a:t>
            </a:r>
            <a:endParaRPr lang="en-US" sz="1000" dirty="0"/>
          </a:p>
        </p:txBody>
      </p:sp>
      <p:sp>
        <p:nvSpPr>
          <p:cNvPr id="44" name="Text 34"/>
          <p:cNvSpPr/>
          <p:nvPr/>
        </p:nvSpPr>
        <p:spPr>
          <a:xfrm>
            <a:off x="517916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¥11,220</a:t>
            </a:r>
            <a:endParaRPr lang="en-US" sz="950" dirty="0"/>
          </a:p>
        </p:txBody>
      </p:sp>
      <p:pic>
        <p:nvPicPr>
          <p:cNvPr id="45" name="Image 8" descr="shirt_thumbs/t_024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2226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46" name="Shape 35"/>
          <p:cNvSpPr/>
          <p:nvPr/>
        </p:nvSpPr>
        <p:spPr>
          <a:xfrm>
            <a:off x="712226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47" name="Text 36"/>
          <p:cNvSpPr/>
          <p:nvPr/>
        </p:nvSpPr>
        <p:spPr>
          <a:xfrm>
            <a:off x="712226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1000" dirty="0"/>
          </a:p>
        </p:txBody>
      </p:sp>
      <p:sp>
        <p:nvSpPr>
          <p:cNvPr id="48" name="Text 37"/>
          <p:cNvSpPr/>
          <p:nvPr/>
        </p:nvSpPr>
        <p:spPr>
          <a:xfrm>
            <a:off x="703082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LIAN</a:t>
            </a:r>
            <a:endParaRPr lang="en-US" sz="1000" dirty="0"/>
          </a:p>
        </p:txBody>
      </p:sp>
      <p:sp>
        <p:nvSpPr>
          <p:cNvPr id="49" name="Text 38"/>
          <p:cNvSpPr/>
          <p:nvPr/>
        </p:nvSpPr>
        <p:spPr>
          <a:xfrm>
            <a:off x="703082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¥5,225</a:t>
            </a:r>
            <a:endParaRPr lang="en-US" sz="950" dirty="0"/>
          </a:p>
        </p:txBody>
      </p:sp>
      <p:pic>
        <p:nvPicPr>
          <p:cNvPr id="50" name="Image 9" descr="shirt_thumbs/t_029.jp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7392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51" name="Shape 39"/>
          <p:cNvSpPr/>
          <p:nvPr/>
        </p:nvSpPr>
        <p:spPr>
          <a:xfrm>
            <a:off x="897392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52" name="Text 40"/>
          <p:cNvSpPr/>
          <p:nvPr/>
        </p:nvSpPr>
        <p:spPr>
          <a:xfrm>
            <a:off x="897392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</a:t>
            </a:r>
            <a:endParaRPr lang="en-US" sz="1000" dirty="0"/>
          </a:p>
        </p:txBody>
      </p:sp>
      <p:sp>
        <p:nvSpPr>
          <p:cNvPr id="53" name="Text 41"/>
          <p:cNvSpPr/>
          <p:nvPr/>
        </p:nvSpPr>
        <p:spPr>
          <a:xfrm>
            <a:off x="888248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loin nuit</a:t>
            </a:r>
            <a:endParaRPr lang="en-US" sz="1000" dirty="0"/>
          </a:p>
        </p:txBody>
      </p:sp>
      <p:sp>
        <p:nvSpPr>
          <p:cNvPr id="54" name="Text 42"/>
          <p:cNvSpPr/>
          <p:nvPr/>
        </p:nvSpPr>
        <p:spPr>
          <a:xfrm>
            <a:off x="888248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¥7,920</a:t>
            </a:r>
            <a:endParaRPr lang="en-US" sz="950" dirty="0"/>
          </a:p>
        </p:txBody>
      </p:sp>
      <p:sp>
        <p:nvSpPr>
          <p:cNvPr id="55" name="Text 43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FORM · 실루엣·핏·넥라인 (프린트와 별개 축)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러플·프릴·레이스  (2/2)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112471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페미닌 디테일   ·   15개</a:t>
            </a:r>
            <a:endParaRPr lang="en-US" sz="1150" dirty="0"/>
          </a:p>
        </p:txBody>
      </p:sp>
      <p:pic>
        <p:nvPicPr>
          <p:cNvPr id="5" name="Image 0" descr="shirt_thumbs/t_03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311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249311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249311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40167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on:nue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40167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¥4,510</a:t>
            </a:r>
            <a:endParaRPr lang="en-US" sz="950" dirty="0"/>
          </a:p>
        </p:txBody>
      </p:sp>
      <p:pic>
        <p:nvPicPr>
          <p:cNvPr id="10" name="Image 1" descr="shirt_thumbs/t_03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477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1" name="Shape 7"/>
          <p:cNvSpPr/>
          <p:nvPr/>
        </p:nvSpPr>
        <p:spPr>
          <a:xfrm>
            <a:off x="434477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434477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25333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moment+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25333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¥2,599</a:t>
            </a:r>
            <a:endParaRPr lang="en-US" sz="950" dirty="0"/>
          </a:p>
        </p:txBody>
      </p:sp>
      <p:pic>
        <p:nvPicPr>
          <p:cNvPr id="15" name="Image 2" descr="shirt_thumbs/t_037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43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6" name="Shape 11"/>
          <p:cNvSpPr/>
          <p:nvPr/>
        </p:nvSpPr>
        <p:spPr>
          <a:xfrm>
            <a:off x="619643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619643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610499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Rejoule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610499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¥4,791</a:t>
            </a:r>
            <a:endParaRPr lang="en-US" sz="950" dirty="0"/>
          </a:p>
        </p:txBody>
      </p:sp>
      <p:pic>
        <p:nvPicPr>
          <p:cNvPr id="20" name="Image 3" descr="shirt_thumbs/t_041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809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21" name="Shape 15"/>
          <p:cNvSpPr/>
          <p:nvPr/>
        </p:nvSpPr>
        <p:spPr>
          <a:xfrm>
            <a:off x="804809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22" name="Text 16"/>
          <p:cNvSpPr/>
          <p:nvPr/>
        </p:nvSpPr>
        <p:spPr>
          <a:xfrm>
            <a:off x="804809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795665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anyonemore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795665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¥4,400</a:t>
            </a:r>
            <a:endParaRPr lang="en-US" sz="950" dirty="0"/>
          </a:p>
        </p:txBody>
      </p:sp>
      <p:pic>
        <p:nvPicPr>
          <p:cNvPr id="25" name="Image 4" descr="shirt_thumbs/t_047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311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26" name="Shape 19"/>
          <p:cNvSpPr/>
          <p:nvPr/>
        </p:nvSpPr>
        <p:spPr>
          <a:xfrm>
            <a:off x="249311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27" name="Text 20"/>
          <p:cNvSpPr/>
          <p:nvPr/>
        </p:nvSpPr>
        <p:spPr>
          <a:xfrm>
            <a:off x="249311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240167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mily bilet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240167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¥2,798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FORM · 실루엣·핏·넥라인 (프린트와 별개 축)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퍼프·플리츠·볼륨  (1/2)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112471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볼륨·주름 소매   ·   13개</a:t>
            </a:r>
            <a:endParaRPr lang="en-US" sz="1150" dirty="0"/>
          </a:p>
        </p:txBody>
      </p:sp>
      <p:pic>
        <p:nvPicPr>
          <p:cNvPr id="5" name="Image 0" descr="shirt_thumbs/t_0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728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156728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156728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47584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classicalelf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47584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¥1,999</a:t>
            </a:r>
            <a:endParaRPr lang="en-US" sz="950" dirty="0"/>
          </a:p>
        </p:txBody>
      </p:sp>
      <p:pic>
        <p:nvPicPr>
          <p:cNvPr id="10" name="Image 1" descr="shirt_thumbs/t_00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894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1" name="Shape 7"/>
          <p:cNvSpPr/>
          <p:nvPr/>
        </p:nvSpPr>
        <p:spPr>
          <a:xfrm>
            <a:off x="341894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341894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32750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Meiru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32750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¥6,999</a:t>
            </a:r>
            <a:endParaRPr lang="en-US" sz="950" dirty="0"/>
          </a:p>
        </p:txBody>
      </p:sp>
      <p:pic>
        <p:nvPicPr>
          <p:cNvPr id="15" name="Image 2" descr="shirt_thumbs/t_006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60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6" name="Shape 11"/>
          <p:cNvSpPr/>
          <p:nvPr/>
        </p:nvSpPr>
        <p:spPr>
          <a:xfrm>
            <a:off x="527060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527060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517916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GeeRA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517916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¥2,999</a:t>
            </a:r>
            <a:endParaRPr lang="en-US" sz="950" dirty="0"/>
          </a:p>
        </p:txBody>
      </p:sp>
      <p:pic>
        <p:nvPicPr>
          <p:cNvPr id="20" name="Image 3" descr="shirt_thumbs/t_007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226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21" name="Shape 15"/>
          <p:cNvSpPr/>
          <p:nvPr/>
        </p:nvSpPr>
        <p:spPr>
          <a:xfrm>
            <a:off x="712226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22" name="Text 16"/>
          <p:cNvSpPr/>
          <p:nvPr/>
        </p:nvSpPr>
        <p:spPr>
          <a:xfrm>
            <a:off x="712226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703082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BLUEEAST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703082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¥4,180</a:t>
            </a:r>
            <a:endParaRPr lang="en-US" sz="950" dirty="0"/>
          </a:p>
        </p:txBody>
      </p:sp>
      <p:pic>
        <p:nvPicPr>
          <p:cNvPr id="25" name="Image 4" descr="shirt_thumbs/t_013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392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26" name="Shape 19"/>
          <p:cNvSpPr/>
          <p:nvPr/>
        </p:nvSpPr>
        <p:spPr>
          <a:xfrm>
            <a:off x="897392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27" name="Text 20"/>
          <p:cNvSpPr/>
          <p:nvPr/>
        </p:nvSpPr>
        <p:spPr>
          <a:xfrm>
            <a:off x="897392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888248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Ada.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888248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¥2,990</a:t>
            </a:r>
            <a:endParaRPr lang="en-US" sz="950" dirty="0"/>
          </a:p>
        </p:txBody>
      </p:sp>
      <p:pic>
        <p:nvPicPr>
          <p:cNvPr id="30" name="Image 5" descr="shirt_thumbs/t_017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728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31" name="Shape 23"/>
          <p:cNvSpPr/>
          <p:nvPr/>
        </p:nvSpPr>
        <p:spPr>
          <a:xfrm>
            <a:off x="156728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32" name="Text 24"/>
          <p:cNvSpPr/>
          <p:nvPr/>
        </p:nvSpPr>
        <p:spPr>
          <a:xfrm>
            <a:off x="156728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147584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mystic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147584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¥7,920</a:t>
            </a:r>
            <a:endParaRPr lang="en-US" sz="950" dirty="0"/>
          </a:p>
        </p:txBody>
      </p:sp>
      <p:pic>
        <p:nvPicPr>
          <p:cNvPr id="35" name="Image 6" descr="shirt_thumbs/t_025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894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36" name="Shape 27"/>
          <p:cNvSpPr/>
          <p:nvPr/>
        </p:nvSpPr>
        <p:spPr>
          <a:xfrm>
            <a:off x="341894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37" name="Text 28"/>
          <p:cNvSpPr/>
          <p:nvPr/>
        </p:nvSpPr>
        <p:spPr>
          <a:xfrm>
            <a:off x="341894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1000" dirty="0"/>
          </a:p>
        </p:txBody>
      </p:sp>
      <p:sp>
        <p:nvSpPr>
          <p:cNvPr id="38" name="Text 29"/>
          <p:cNvSpPr/>
          <p:nvPr/>
        </p:nvSpPr>
        <p:spPr>
          <a:xfrm>
            <a:off x="332750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andme</a:t>
            </a:r>
            <a:endParaRPr lang="en-US" sz="1000" dirty="0"/>
          </a:p>
        </p:txBody>
      </p:sp>
      <p:sp>
        <p:nvSpPr>
          <p:cNvPr id="39" name="Text 30"/>
          <p:cNvSpPr/>
          <p:nvPr/>
        </p:nvSpPr>
        <p:spPr>
          <a:xfrm>
            <a:off x="332750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¥5,090</a:t>
            </a:r>
            <a:endParaRPr lang="en-US" sz="950" dirty="0"/>
          </a:p>
        </p:txBody>
      </p:sp>
      <p:pic>
        <p:nvPicPr>
          <p:cNvPr id="40" name="Image 7" descr="shirt_thumbs/t_028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7060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41" name="Shape 31"/>
          <p:cNvSpPr/>
          <p:nvPr/>
        </p:nvSpPr>
        <p:spPr>
          <a:xfrm>
            <a:off x="527060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42" name="Text 32"/>
          <p:cNvSpPr/>
          <p:nvPr/>
        </p:nvSpPr>
        <p:spPr>
          <a:xfrm>
            <a:off x="527060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</a:t>
            </a:r>
            <a:endParaRPr lang="en-US" sz="1000" dirty="0"/>
          </a:p>
        </p:txBody>
      </p:sp>
      <p:sp>
        <p:nvSpPr>
          <p:cNvPr id="43" name="Text 33"/>
          <p:cNvSpPr/>
          <p:nvPr/>
        </p:nvSpPr>
        <p:spPr>
          <a:xfrm>
            <a:off x="517916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classicalelf</a:t>
            </a:r>
            <a:endParaRPr lang="en-US" sz="1000" dirty="0"/>
          </a:p>
        </p:txBody>
      </p:sp>
      <p:sp>
        <p:nvSpPr>
          <p:cNvPr id="44" name="Text 34"/>
          <p:cNvSpPr/>
          <p:nvPr/>
        </p:nvSpPr>
        <p:spPr>
          <a:xfrm>
            <a:off x="517916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¥3,999</a:t>
            </a:r>
            <a:endParaRPr lang="en-US" sz="950" dirty="0"/>
          </a:p>
        </p:txBody>
      </p:sp>
      <p:pic>
        <p:nvPicPr>
          <p:cNvPr id="45" name="Image 8" descr="shirt_thumbs/t_034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2226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46" name="Shape 35"/>
          <p:cNvSpPr/>
          <p:nvPr/>
        </p:nvSpPr>
        <p:spPr>
          <a:xfrm>
            <a:off x="712226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47" name="Text 36"/>
          <p:cNvSpPr/>
          <p:nvPr/>
        </p:nvSpPr>
        <p:spPr>
          <a:xfrm>
            <a:off x="712226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</a:t>
            </a:r>
            <a:endParaRPr lang="en-US" sz="1000" dirty="0"/>
          </a:p>
        </p:txBody>
      </p:sp>
      <p:sp>
        <p:nvSpPr>
          <p:cNvPr id="48" name="Text 37"/>
          <p:cNvSpPr/>
          <p:nvPr/>
        </p:nvSpPr>
        <p:spPr>
          <a:xfrm>
            <a:off x="703082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mipiarl</a:t>
            </a:r>
            <a:endParaRPr lang="en-US" sz="1000" dirty="0"/>
          </a:p>
        </p:txBody>
      </p:sp>
      <p:sp>
        <p:nvSpPr>
          <p:cNvPr id="49" name="Text 38"/>
          <p:cNvSpPr/>
          <p:nvPr/>
        </p:nvSpPr>
        <p:spPr>
          <a:xfrm>
            <a:off x="703082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¥3,999</a:t>
            </a:r>
            <a:endParaRPr lang="en-US" sz="950" dirty="0"/>
          </a:p>
        </p:txBody>
      </p:sp>
      <p:pic>
        <p:nvPicPr>
          <p:cNvPr id="50" name="Image 9" descr="shirt_thumbs/t_036.jp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7392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51" name="Shape 39"/>
          <p:cNvSpPr/>
          <p:nvPr/>
        </p:nvSpPr>
        <p:spPr>
          <a:xfrm>
            <a:off x="897392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52" name="Text 40"/>
          <p:cNvSpPr/>
          <p:nvPr/>
        </p:nvSpPr>
        <p:spPr>
          <a:xfrm>
            <a:off x="897392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</a:t>
            </a:r>
            <a:endParaRPr lang="en-US" sz="1000" dirty="0"/>
          </a:p>
        </p:txBody>
      </p:sp>
      <p:sp>
        <p:nvSpPr>
          <p:cNvPr id="53" name="Text 41"/>
          <p:cNvSpPr/>
          <p:nvPr/>
        </p:nvSpPr>
        <p:spPr>
          <a:xfrm>
            <a:off x="888248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MOUSSY</a:t>
            </a:r>
            <a:endParaRPr lang="en-US" sz="1000" dirty="0"/>
          </a:p>
        </p:txBody>
      </p:sp>
      <p:sp>
        <p:nvSpPr>
          <p:cNvPr id="54" name="Text 42"/>
          <p:cNvSpPr/>
          <p:nvPr/>
        </p:nvSpPr>
        <p:spPr>
          <a:xfrm>
            <a:off x="888248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¥7,997</a:t>
            </a:r>
            <a:endParaRPr lang="en-US" sz="950" dirty="0"/>
          </a:p>
        </p:txBody>
      </p:sp>
      <p:sp>
        <p:nvSpPr>
          <p:cNvPr id="55" name="Text 43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FORM · 실루엣·핏·넥라인 (프린트와 별개 축)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퍼프·플리츠·볼륨  (2/2)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112471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볼륨·주름 소매   ·   13개</a:t>
            </a:r>
            <a:endParaRPr lang="en-US" sz="1150" dirty="0"/>
          </a:p>
        </p:txBody>
      </p:sp>
      <p:pic>
        <p:nvPicPr>
          <p:cNvPr id="5" name="Image 0" descr="shirt_thumbs/t_04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7100" y="1600200"/>
            <a:ext cx="2331720" cy="2331720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2397100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2397100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305660" y="39593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Kastane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305660" y="415137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¥7,590</a:t>
            </a:r>
            <a:endParaRPr lang="en-US" sz="950" dirty="0"/>
          </a:p>
        </p:txBody>
      </p:sp>
      <p:pic>
        <p:nvPicPr>
          <p:cNvPr id="10" name="Image 1" descr="shirt_thumbs/t_04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9988" y="1600200"/>
            <a:ext cx="2331720" cy="2331720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1" name="Shape 7"/>
          <p:cNvSpPr/>
          <p:nvPr/>
        </p:nvSpPr>
        <p:spPr>
          <a:xfrm>
            <a:off x="4929988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4929988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838548" y="39593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GeeRA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838548" y="415137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¥2,899</a:t>
            </a:r>
            <a:endParaRPr lang="en-US" sz="950" dirty="0"/>
          </a:p>
        </p:txBody>
      </p:sp>
      <p:pic>
        <p:nvPicPr>
          <p:cNvPr id="15" name="Image 2" descr="shirt_thumbs/t_045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2876" y="1600200"/>
            <a:ext cx="2331720" cy="2331720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6" name="Shape 11"/>
          <p:cNvSpPr/>
          <p:nvPr/>
        </p:nvSpPr>
        <p:spPr>
          <a:xfrm>
            <a:off x="7462876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7462876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7371436" y="39593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Chico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7371436" y="415137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¥7,920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FORM · 실루엣·핏·넥라인 (프린트와 별개 축)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레귤러핏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112471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핏·기본 크루넥 (넥·소매 특이 디테일 없음)   ·   9개</a:t>
            </a:r>
            <a:endParaRPr lang="en-US" sz="1150" dirty="0"/>
          </a:p>
        </p:txBody>
      </p:sp>
      <p:pic>
        <p:nvPicPr>
          <p:cNvPr id="5" name="Image 0" descr="shirt_thumbs/t_0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728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156728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156728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47584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LADY LIKE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47584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¥3,254</a:t>
            </a:r>
            <a:endParaRPr lang="en-US" sz="950" dirty="0"/>
          </a:p>
        </p:txBody>
      </p:sp>
      <p:pic>
        <p:nvPicPr>
          <p:cNvPr id="10" name="Image 1" descr="shirt_thumbs/t_010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894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1" name="Shape 7"/>
          <p:cNvSpPr/>
          <p:nvPr/>
        </p:nvSpPr>
        <p:spPr>
          <a:xfrm>
            <a:off x="341894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341894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32750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U.S. POLO ASSN.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32750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¥4,599</a:t>
            </a:r>
            <a:endParaRPr lang="en-US" sz="950" dirty="0"/>
          </a:p>
        </p:txBody>
      </p:sp>
      <p:pic>
        <p:nvPicPr>
          <p:cNvPr id="15" name="Image 2" descr="shirt_thumbs/t_019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60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6" name="Shape 11"/>
          <p:cNvSpPr/>
          <p:nvPr/>
        </p:nvSpPr>
        <p:spPr>
          <a:xfrm>
            <a:off x="527060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527060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517916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Emma Taylor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517916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¥5,940</a:t>
            </a:r>
            <a:endParaRPr lang="en-US" sz="950" dirty="0"/>
          </a:p>
        </p:txBody>
      </p:sp>
      <p:pic>
        <p:nvPicPr>
          <p:cNvPr id="20" name="Image 3" descr="shirt_thumbs/t_020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226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21" name="Shape 15"/>
          <p:cNvSpPr/>
          <p:nvPr/>
        </p:nvSpPr>
        <p:spPr>
          <a:xfrm>
            <a:off x="712226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22" name="Text 16"/>
          <p:cNvSpPr/>
          <p:nvPr/>
        </p:nvSpPr>
        <p:spPr>
          <a:xfrm>
            <a:off x="712226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703082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Aunt Marie's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703082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¥4,400</a:t>
            </a:r>
            <a:endParaRPr lang="en-US" sz="950" dirty="0"/>
          </a:p>
        </p:txBody>
      </p:sp>
      <p:pic>
        <p:nvPicPr>
          <p:cNvPr id="25" name="Image 4" descr="shirt_thumbs/t_021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392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26" name="Shape 19"/>
          <p:cNvSpPr/>
          <p:nvPr/>
        </p:nvSpPr>
        <p:spPr>
          <a:xfrm>
            <a:off x="897392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27" name="Text 20"/>
          <p:cNvSpPr/>
          <p:nvPr/>
        </p:nvSpPr>
        <p:spPr>
          <a:xfrm>
            <a:off x="897392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888248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RAY CASSIN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888248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¥6,600</a:t>
            </a:r>
            <a:endParaRPr lang="en-US" sz="950" dirty="0"/>
          </a:p>
        </p:txBody>
      </p:sp>
      <p:pic>
        <p:nvPicPr>
          <p:cNvPr id="30" name="Image 5" descr="shirt_thumbs/t_026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728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31" name="Shape 23"/>
          <p:cNvSpPr/>
          <p:nvPr/>
        </p:nvSpPr>
        <p:spPr>
          <a:xfrm>
            <a:off x="156728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32" name="Text 24"/>
          <p:cNvSpPr/>
          <p:nvPr/>
        </p:nvSpPr>
        <p:spPr>
          <a:xfrm>
            <a:off x="156728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147584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FREAK'S STORE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147584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¥5,095</a:t>
            </a:r>
            <a:endParaRPr lang="en-US" sz="950" dirty="0"/>
          </a:p>
        </p:txBody>
      </p:sp>
      <p:pic>
        <p:nvPicPr>
          <p:cNvPr id="35" name="Image 6" descr="shirt_thumbs/t_038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894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36" name="Shape 27"/>
          <p:cNvSpPr/>
          <p:nvPr/>
        </p:nvSpPr>
        <p:spPr>
          <a:xfrm>
            <a:off x="341894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37" name="Text 28"/>
          <p:cNvSpPr/>
          <p:nvPr/>
        </p:nvSpPr>
        <p:spPr>
          <a:xfrm>
            <a:off x="341894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</a:t>
            </a:r>
            <a:endParaRPr lang="en-US" sz="1000" dirty="0"/>
          </a:p>
        </p:txBody>
      </p:sp>
      <p:sp>
        <p:nvSpPr>
          <p:cNvPr id="38" name="Text 29"/>
          <p:cNvSpPr/>
          <p:nvPr/>
        </p:nvSpPr>
        <p:spPr>
          <a:xfrm>
            <a:off x="332750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LOWRYS FARM</a:t>
            </a:r>
            <a:endParaRPr lang="en-US" sz="1000" dirty="0"/>
          </a:p>
        </p:txBody>
      </p:sp>
      <p:sp>
        <p:nvSpPr>
          <p:cNvPr id="39" name="Text 30"/>
          <p:cNvSpPr/>
          <p:nvPr/>
        </p:nvSpPr>
        <p:spPr>
          <a:xfrm>
            <a:off x="332750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¥4,840</a:t>
            </a:r>
            <a:endParaRPr lang="en-US" sz="950" dirty="0"/>
          </a:p>
        </p:txBody>
      </p:sp>
      <p:pic>
        <p:nvPicPr>
          <p:cNvPr id="40" name="Image 7" descr="shirt_thumbs/t_039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7060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41" name="Shape 31"/>
          <p:cNvSpPr/>
          <p:nvPr/>
        </p:nvSpPr>
        <p:spPr>
          <a:xfrm>
            <a:off x="527060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42" name="Text 32"/>
          <p:cNvSpPr/>
          <p:nvPr/>
        </p:nvSpPr>
        <p:spPr>
          <a:xfrm>
            <a:off x="527060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</a:t>
            </a:r>
            <a:endParaRPr lang="en-US" sz="1000" dirty="0"/>
          </a:p>
        </p:txBody>
      </p:sp>
      <p:sp>
        <p:nvSpPr>
          <p:cNvPr id="43" name="Text 33"/>
          <p:cNvSpPr/>
          <p:nvPr/>
        </p:nvSpPr>
        <p:spPr>
          <a:xfrm>
            <a:off x="517916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callautia</a:t>
            </a:r>
            <a:endParaRPr lang="en-US" sz="1000" dirty="0"/>
          </a:p>
        </p:txBody>
      </p:sp>
      <p:sp>
        <p:nvSpPr>
          <p:cNvPr id="44" name="Text 34"/>
          <p:cNvSpPr/>
          <p:nvPr/>
        </p:nvSpPr>
        <p:spPr>
          <a:xfrm>
            <a:off x="517916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¥5,999</a:t>
            </a:r>
            <a:endParaRPr lang="en-US" sz="950" dirty="0"/>
          </a:p>
        </p:txBody>
      </p:sp>
      <p:pic>
        <p:nvPicPr>
          <p:cNvPr id="45" name="Image 8" descr="shirt_thumbs/t_046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2226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46" name="Shape 35"/>
          <p:cNvSpPr/>
          <p:nvPr/>
        </p:nvSpPr>
        <p:spPr>
          <a:xfrm>
            <a:off x="712226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47" name="Text 36"/>
          <p:cNvSpPr/>
          <p:nvPr/>
        </p:nvSpPr>
        <p:spPr>
          <a:xfrm>
            <a:off x="712226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</a:t>
            </a:r>
            <a:endParaRPr lang="en-US" sz="1000" dirty="0"/>
          </a:p>
        </p:txBody>
      </p:sp>
      <p:sp>
        <p:nvSpPr>
          <p:cNvPr id="48" name="Text 37"/>
          <p:cNvSpPr/>
          <p:nvPr/>
        </p:nvSpPr>
        <p:spPr>
          <a:xfrm>
            <a:off x="703082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INGNI</a:t>
            </a:r>
            <a:endParaRPr lang="en-US" sz="1000" dirty="0"/>
          </a:p>
        </p:txBody>
      </p:sp>
      <p:sp>
        <p:nvSpPr>
          <p:cNvPr id="49" name="Text 38"/>
          <p:cNvSpPr/>
          <p:nvPr/>
        </p:nvSpPr>
        <p:spPr>
          <a:xfrm>
            <a:off x="703082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¥3,432</a:t>
            </a:r>
            <a:endParaRPr lang="en-US" sz="950" dirty="0"/>
          </a:p>
        </p:txBody>
      </p:sp>
      <p:sp>
        <p:nvSpPr>
          <p:cNvPr id="50" name="Text 39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FORM · 실루엣·핏·넥라인 (프린트와 별개 축)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세미오버·루즈핏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112471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넉넉하지만 드롭숄더까지는 아닌 핏   ·   7개</a:t>
            </a:r>
            <a:endParaRPr lang="en-US" sz="1150" dirty="0"/>
          </a:p>
        </p:txBody>
      </p:sp>
      <p:pic>
        <p:nvPicPr>
          <p:cNvPr id="5" name="Image 0" descr="shirt_thumbs/t_0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311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249311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249311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40167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INGNI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40167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¥4,389</a:t>
            </a:r>
            <a:endParaRPr lang="en-US" sz="950" dirty="0"/>
          </a:p>
        </p:txBody>
      </p:sp>
      <p:pic>
        <p:nvPicPr>
          <p:cNvPr id="10" name="Image 1" descr="shirt_thumbs/t_02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477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1" name="Shape 7"/>
          <p:cNvSpPr/>
          <p:nvPr/>
        </p:nvSpPr>
        <p:spPr>
          <a:xfrm>
            <a:off x="434477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434477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25333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AMERICAN HOLIC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25333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¥3,490</a:t>
            </a:r>
            <a:endParaRPr lang="en-US" sz="950" dirty="0"/>
          </a:p>
        </p:txBody>
      </p:sp>
      <p:pic>
        <p:nvPicPr>
          <p:cNvPr id="15" name="Image 2" descr="shirt_thumbs/t_027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43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6" name="Shape 11"/>
          <p:cNvSpPr/>
          <p:nvPr/>
        </p:nvSpPr>
        <p:spPr>
          <a:xfrm>
            <a:off x="619643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619643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610499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AMERICAN HOLIC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610499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¥2,991</a:t>
            </a:r>
            <a:endParaRPr lang="en-US" sz="950" dirty="0"/>
          </a:p>
        </p:txBody>
      </p:sp>
      <p:pic>
        <p:nvPicPr>
          <p:cNvPr id="20" name="Image 3" descr="shirt_thumbs/t_04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809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21" name="Shape 15"/>
          <p:cNvSpPr/>
          <p:nvPr/>
        </p:nvSpPr>
        <p:spPr>
          <a:xfrm>
            <a:off x="804809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22" name="Text 16"/>
          <p:cNvSpPr/>
          <p:nvPr/>
        </p:nvSpPr>
        <p:spPr>
          <a:xfrm>
            <a:off x="804809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795665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classicalelf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795665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¥2,499</a:t>
            </a:r>
            <a:endParaRPr lang="en-US" sz="950" dirty="0"/>
          </a:p>
        </p:txBody>
      </p:sp>
      <p:pic>
        <p:nvPicPr>
          <p:cNvPr id="25" name="Image 4" descr="shirt_thumbs/t_04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311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26" name="Shape 19"/>
          <p:cNvSpPr/>
          <p:nvPr/>
        </p:nvSpPr>
        <p:spPr>
          <a:xfrm>
            <a:off x="249311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27" name="Text 20"/>
          <p:cNvSpPr/>
          <p:nvPr/>
        </p:nvSpPr>
        <p:spPr>
          <a:xfrm>
            <a:off x="249311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240167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NANO universe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240167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¥4,400</a:t>
            </a:r>
            <a:endParaRPr lang="en-US" sz="950" dirty="0"/>
          </a:p>
        </p:txBody>
      </p:sp>
      <p:pic>
        <p:nvPicPr>
          <p:cNvPr id="30" name="Image 5" descr="shirt_thumbs/t_048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477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31" name="Shape 23"/>
          <p:cNvSpPr/>
          <p:nvPr/>
        </p:nvSpPr>
        <p:spPr>
          <a:xfrm>
            <a:off x="434477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32" name="Text 24"/>
          <p:cNvSpPr/>
          <p:nvPr/>
        </p:nvSpPr>
        <p:spPr>
          <a:xfrm>
            <a:off x="434477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425333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antiqua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425333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¥3,960</a:t>
            </a:r>
            <a:endParaRPr lang="en-US" sz="950" dirty="0"/>
          </a:p>
        </p:txBody>
      </p:sp>
      <p:pic>
        <p:nvPicPr>
          <p:cNvPr id="35" name="Image 6" descr="shirt_thumbs/t_050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643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36" name="Shape 27"/>
          <p:cNvSpPr/>
          <p:nvPr/>
        </p:nvSpPr>
        <p:spPr>
          <a:xfrm>
            <a:off x="619643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37" name="Text 28"/>
          <p:cNvSpPr/>
          <p:nvPr/>
        </p:nvSpPr>
        <p:spPr>
          <a:xfrm>
            <a:off x="619643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</a:t>
            </a:r>
            <a:endParaRPr lang="en-US" sz="1000" dirty="0"/>
          </a:p>
        </p:txBody>
      </p:sp>
      <p:sp>
        <p:nvSpPr>
          <p:cNvPr id="38" name="Text 29"/>
          <p:cNvSpPr/>
          <p:nvPr/>
        </p:nvSpPr>
        <p:spPr>
          <a:xfrm>
            <a:off x="610499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Bonjour Sagan</a:t>
            </a:r>
            <a:endParaRPr lang="en-US" sz="1000" dirty="0"/>
          </a:p>
        </p:txBody>
      </p:sp>
      <p:sp>
        <p:nvSpPr>
          <p:cNvPr id="39" name="Text 30"/>
          <p:cNvSpPr/>
          <p:nvPr/>
        </p:nvSpPr>
        <p:spPr>
          <a:xfrm>
            <a:off x="610499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¥2,999</a:t>
            </a:r>
            <a:endParaRPr lang="en-US" sz="950" dirty="0"/>
          </a:p>
        </p:txBody>
      </p:sp>
      <p:sp>
        <p:nvSpPr>
          <p:cNvPr id="40" name="Text 31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FORM · 실루엣·핏·넥라인 (프린트와 별개 축)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오버사이즈·드롭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112471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드롭숄더·과감하게 큰 핏   ·   6개</a:t>
            </a:r>
            <a:endParaRPr lang="en-US" sz="1150" dirty="0"/>
          </a:p>
        </p:txBody>
      </p:sp>
      <p:pic>
        <p:nvPicPr>
          <p:cNvPr id="5" name="Image 0" descr="shirt_thumbs/t_0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311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249311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249311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40167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classicalelf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40167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¥3,499</a:t>
            </a:r>
            <a:endParaRPr lang="en-US" sz="950" dirty="0"/>
          </a:p>
        </p:txBody>
      </p:sp>
      <p:pic>
        <p:nvPicPr>
          <p:cNvPr id="10" name="Image 1" descr="shirt_thumbs/t_016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477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1" name="Shape 7"/>
          <p:cNvSpPr/>
          <p:nvPr/>
        </p:nvSpPr>
        <p:spPr>
          <a:xfrm>
            <a:off x="434477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434477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25333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GLOBAL WORK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25333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¥4,490</a:t>
            </a:r>
            <a:endParaRPr lang="en-US" sz="950" dirty="0"/>
          </a:p>
        </p:txBody>
      </p:sp>
      <p:pic>
        <p:nvPicPr>
          <p:cNvPr id="15" name="Image 2" descr="shirt_thumbs/t_030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43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6" name="Shape 11"/>
          <p:cNvSpPr/>
          <p:nvPr/>
        </p:nvSpPr>
        <p:spPr>
          <a:xfrm>
            <a:off x="619643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619643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610499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PUAL CE CIN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610499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¥10,780</a:t>
            </a:r>
            <a:endParaRPr lang="en-US" sz="950" dirty="0"/>
          </a:p>
        </p:txBody>
      </p:sp>
      <p:pic>
        <p:nvPicPr>
          <p:cNvPr id="20" name="Image 3" descr="shirt_thumbs/t_032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809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21" name="Shape 15"/>
          <p:cNvSpPr/>
          <p:nvPr/>
        </p:nvSpPr>
        <p:spPr>
          <a:xfrm>
            <a:off x="804809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22" name="Text 16"/>
          <p:cNvSpPr/>
          <p:nvPr/>
        </p:nvSpPr>
        <p:spPr>
          <a:xfrm>
            <a:off x="804809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795665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 retro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795665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¥4,290</a:t>
            </a:r>
            <a:endParaRPr lang="en-US" sz="950" dirty="0"/>
          </a:p>
        </p:txBody>
      </p:sp>
      <p:pic>
        <p:nvPicPr>
          <p:cNvPr id="25" name="Image 4" descr="shirt_thumbs/t_035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311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26" name="Shape 19"/>
          <p:cNvSpPr/>
          <p:nvPr/>
        </p:nvSpPr>
        <p:spPr>
          <a:xfrm>
            <a:off x="249311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27" name="Text 20"/>
          <p:cNvSpPr/>
          <p:nvPr/>
        </p:nvSpPr>
        <p:spPr>
          <a:xfrm>
            <a:off x="249311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240167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PUAL CE CIN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240167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¥11,000</a:t>
            </a:r>
            <a:endParaRPr lang="en-US" sz="950" dirty="0"/>
          </a:p>
        </p:txBody>
      </p:sp>
      <p:pic>
        <p:nvPicPr>
          <p:cNvPr id="30" name="Image 5" descr="shirt_thumbs/t_049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477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31" name="Shape 23"/>
          <p:cNvSpPr/>
          <p:nvPr/>
        </p:nvSpPr>
        <p:spPr>
          <a:xfrm>
            <a:off x="434477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32" name="Text 24"/>
          <p:cNvSpPr/>
          <p:nvPr/>
        </p:nvSpPr>
        <p:spPr>
          <a:xfrm>
            <a:off x="434477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49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425333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SLOBE IENA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425333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¥12,100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PERSPECTIVE · 브랜드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유형별 그룹핑 (Top 50)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37160" cy="137160"/>
          </a:xfrm>
          <a:prstGeom prst="rect">
            <a:avLst/>
          </a:prstGeom>
          <a:solidFill>
            <a:srgbClr val="C24A63"/>
          </a:solidFill>
          <a:ln/>
        </p:spPr>
      </p:sp>
      <p:sp>
        <p:nvSpPr>
          <p:cNvPr id="5" name="Text 3"/>
          <p:cNvSpPr/>
          <p:nvPr/>
        </p:nvSpPr>
        <p:spPr>
          <a:xfrm>
            <a:off x="667512" y="11704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미국·글로벌 캐주얼</a:t>
            </a:r>
            <a:pPr indent="0" marL="0">
              <a:buNone/>
            </a:pPr>
            <a:r>
              <a:rPr lang="en-US" sz="9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1개</a:t>
            </a:r>
            <a:endParaRPr lang="en-US" sz="1200" dirty="0"/>
          </a:p>
        </p:txBody>
      </p:sp>
      <p:pic>
        <p:nvPicPr>
          <p:cNvPr id="6" name="Image 0" descr="shirt_thumbs/t_0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81328"/>
            <a:ext cx="420624" cy="42062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457200" y="1481328"/>
            <a:ext cx="176662" cy="116597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477670"/>
            <a:ext cx="176662" cy="116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650" dirty="0"/>
          </a:p>
        </p:txBody>
      </p:sp>
      <p:sp>
        <p:nvSpPr>
          <p:cNvPr id="9" name="Shape 6"/>
          <p:cNvSpPr/>
          <p:nvPr/>
        </p:nvSpPr>
        <p:spPr>
          <a:xfrm>
            <a:off x="457200" y="2029968"/>
            <a:ext cx="137160" cy="137160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10" name="Text 7"/>
          <p:cNvSpPr/>
          <p:nvPr/>
        </p:nvSpPr>
        <p:spPr>
          <a:xfrm>
            <a:off x="667512" y="19659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디자이너·하이엔드</a:t>
            </a:r>
            <a:pPr indent="0" marL="0">
              <a:buNone/>
            </a:pPr>
            <a:r>
              <a:rPr lang="en-US" sz="9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9개</a:t>
            </a:r>
            <a:endParaRPr lang="en-US" sz="1200" dirty="0"/>
          </a:p>
        </p:txBody>
      </p:sp>
      <p:pic>
        <p:nvPicPr>
          <p:cNvPr id="11" name="Image 1" descr="shirt_thumbs/t_017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76856"/>
            <a:ext cx="420624" cy="42062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2" name="Shape 8"/>
          <p:cNvSpPr/>
          <p:nvPr/>
        </p:nvSpPr>
        <p:spPr>
          <a:xfrm>
            <a:off x="457200" y="2276856"/>
            <a:ext cx="176662" cy="116597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457200" y="2273198"/>
            <a:ext cx="176662" cy="116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650" dirty="0"/>
          </a:p>
        </p:txBody>
      </p:sp>
      <p:pic>
        <p:nvPicPr>
          <p:cNvPr id="14" name="Image 2" descr="shirt_thumbs/t_019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2276856"/>
            <a:ext cx="420624" cy="42062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5" name="Shape 10"/>
          <p:cNvSpPr/>
          <p:nvPr/>
        </p:nvSpPr>
        <p:spPr>
          <a:xfrm>
            <a:off x="923544" y="2276856"/>
            <a:ext cx="176662" cy="116597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6" name="Text 11"/>
          <p:cNvSpPr/>
          <p:nvPr/>
        </p:nvSpPr>
        <p:spPr>
          <a:xfrm>
            <a:off x="923544" y="2273198"/>
            <a:ext cx="176662" cy="116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650" dirty="0"/>
          </a:p>
        </p:txBody>
      </p:sp>
      <p:pic>
        <p:nvPicPr>
          <p:cNvPr id="17" name="Image 3" descr="shirt_thumbs/t_022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9888" y="2276856"/>
            <a:ext cx="420624" cy="42062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8" name="Shape 12"/>
          <p:cNvSpPr/>
          <p:nvPr/>
        </p:nvSpPr>
        <p:spPr>
          <a:xfrm>
            <a:off x="1389888" y="2276856"/>
            <a:ext cx="176662" cy="116597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9" name="Text 13"/>
          <p:cNvSpPr/>
          <p:nvPr/>
        </p:nvSpPr>
        <p:spPr>
          <a:xfrm>
            <a:off x="1389888" y="2273198"/>
            <a:ext cx="176662" cy="116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650" dirty="0"/>
          </a:p>
        </p:txBody>
      </p:sp>
      <p:pic>
        <p:nvPicPr>
          <p:cNvPr id="20" name="Image 4" descr="shirt_thumbs/t_029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6232" y="2276856"/>
            <a:ext cx="420624" cy="42062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21" name="Shape 14"/>
          <p:cNvSpPr/>
          <p:nvPr/>
        </p:nvSpPr>
        <p:spPr>
          <a:xfrm>
            <a:off x="1856232" y="2276856"/>
            <a:ext cx="176662" cy="116597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22" name="Text 15"/>
          <p:cNvSpPr/>
          <p:nvPr/>
        </p:nvSpPr>
        <p:spPr>
          <a:xfrm>
            <a:off x="1856232" y="2273198"/>
            <a:ext cx="176662" cy="116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</a:t>
            </a:r>
            <a:endParaRPr lang="en-US" sz="650" dirty="0"/>
          </a:p>
        </p:txBody>
      </p:sp>
      <p:pic>
        <p:nvPicPr>
          <p:cNvPr id="23" name="Image 5" descr="shirt_thumbs/t_03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22576" y="2276856"/>
            <a:ext cx="420624" cy="42062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24" name="Shape 16"/>
          <p:cNvSpPr/>
          <p:nvPr/>
        </p:nvSpPr>
        <p:spPr>
          <a:xfrm>
            <a:off x="2322576" y="2276856"/>
            <a:ext cx="176662" cy="116597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25" name="Text 17"/>
          <p:cNvSpPr/>
          <p:nvPr/>
        </p:nvSpPr>
        <p:spPr>
          <a:xfrm>
            <a:off x="2322576" y="2273198"/>
            <a:ext cx="176662" cy="116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</a:t>
            </a:r>
            <a:endParaRPr lang="en-US" sz="650" dirty="0"/>
          </a:p>
        </p:txBody>
      </p:sp>
      <p:pic>
        <p:nvPicPr>
          <p:cNvPr id="26" name="Image 6" descr="shirt_thumbs/t_035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8920" y="2276856"/>
            <a:ext cx="420624" cy="42062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27" name="Shape 18"/>
          <p:cNvSpPr/>
          <p:nvPr/>
        </p:nvSpPr>
        <p:spPr>
          <a:xfrm>
            <a:off x="2788920" y="2276856"/>
            <a:ext cx="176662" cy="116597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28" name="Text 19"/>
          <p:cNvSpPr/>
          <p:nvPr/>
        </p:nvSpPr>
        <p:spPr>
          <a:xfrm>
            <a:off x="2788920" y="2273198"/>
            <a:ext cx="176662" cy="116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</a:t>
            </a:r>
            <a:endParaRPr lang="en-US" sz="650" dirty="0"/>
          </a:p>
        </p:txBody>
      </p:sp>
      <p:pic>
        <p:nvPicPr>
          <p:cNvPr id="29" name="Image 7" descr="shirt_thumbs/t_036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55264" y="2276856"/>
            <a:ext cx="420624" cy="42062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30" name="Shape 20"/>
          <p:cNvSpPr/>
          <p:nvPr/>
        </p:nvSpPr>
        <p:spPr>
          <a:xfrm>
            <a:off x="3255264" y="2276856"/>
            <a:ext cx="176662" cy="116597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31" name="Text 21"/>
          <p:cNvSpPr/>
          <p:nvPr/>
        </p:nvSpPr>
        <p:spPr>
          <a:xfrm>
            <a:off x="3255264" y="2273198"/>
            <a:ext cx="176662" cy="116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</a:t>
            </a:r>
            <a:endParaRPr lang="en-US" sz="650" dirty="0"/>
          </a:p>
        </p:txBody>
      </p:sp>
      <p:pic>
        <p:nvPicPr>
          <p:cNvPr id="32" name="Image 8" descr="shirt_thumbs/t_040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21608" y="2276856"/>
            <a:ext cx="420624" cy="42062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33" name="Shape 22"/>
          <p:cNvSpPr/>
          <p:nvPr/>
        </p:nvSpPr>
        <p:spPr>
          <a:xfrm>
            <a:off x="3721608" y="2276856"/>
            <a:ext cx="176662" cy="116597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34" name="Text 23"/>
          <p:cNvSpPr/>
          <p:nvPr/>
        </p:nvSpPr>
        <p:spPr>
          <a:xfrm>
            <a:off x="3721608" y="2273198"/>
            <a:ext cx="176662" cy="116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</a:t>
            </a:r>
            <a:endParaRPr lang="en-US" sz="650" dirty="0"/>
          </a:p>
        </p:txBody>
      </p:sp>
      <p:pic>
        <p:nvPicPr>
          <p:cNvPr id="35" name="Image 9" descr="shirt_thumbs/t_049.jp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87952" y="2276856"/>
            <a:ext cx="420624" cy="42062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36" name="Shape 24"/>
          <p:cNvSpPr/>
          <p:nvPr/>
        </p:nvSpPr>
        <p:spPr>
          <a:xfrm>
            <a:off x="4187952" y="2276856"/>
            <a:ext cx="176662" cy="116597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37" name="Text 25"/>
          <p:cNvSpPr/>
          <p:nvPr/>
        </p:nvSpPr>
        <p:spPr>
          <a:xfrm>
            <a:off x="4187952" y="2273198"/>
            <a:ext cx="176662" cy="116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49</a:t>
            </a:r>
            <a:endParaRPr lang="en-US" sz="650" dirty="0"/>
          </a:p>
        </p:txBody>
      </p:sp>
      <p:sp>
        <p:nvSpPr>
          <p:cNvPr id="38" name="Shape 26"/>
          <p:cNvSpPr/>
          <p:nvPr/>
        </p:nvSpPr>
        <p:spPr>
          <a:xfrm>
            <a:off x="457200" y="2825496"/>
            <a:ext cx="137160" cy="137160"/>
          </a:xfrm>
          <a:prstGeom prst="rect">
            <a:avLst/>
          </a:prstGeom>
          <a:solidFill>
            <a:srgbClr val="8A8177"/>
          </a:solidFill>
          <a:ln/>
        </p:spPr>
      </p:sp>
      <p:sp>
        <p:nvSpPr>
          <p:cNvPr id="39" name="Text 27"/>
          <p:cNvSpPr/>
          <p:nvPr/>
        </p:nvSpPr>
        <p:spPr>
          <a:xfrm>
            <a:off x="667512" y="27614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일본 셀렉트·미들</a:t>
            </a:r>
            <a:pPr indent="0" marL="0">
              <a:buNone/>
            </a:pPr>
            <a:r>
              <a:rPr lang="en-US" sz="9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12개</a:t>
            </a:r>
            <a:endParaRPr lang="en-US" sz="1200" dirty="0"/>
          </a:p>
        </p:txBody>
      </p:sp>
      <p:pic>
        <p:nvPicPr>
          <p:cNvPr id="40" name="Image 10" descr="shirt_thumbs/t_002.jp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3072384"/>
            <a:ext cx="420624" cy="42062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41" name="Shape 28"/>
          <p:cNvSpPr/>
          <p:nvPr/>
        </p:nvSpPr>
        <p:spPr>
          <a:xfrm>
            <a:off x="457200" y="3072384"/>
            <a:ext cx="176662" cy="116597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42" name="Text 29"/>
          <p:cNvSpPr/>
          <p:nvPr/>
        </p:nvSpPr>
        <p:spPr>
          <a:xfrm>
            <a:off x="457200" y="3068726"/>
            <a:ext cx="176662" cy="116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650" dirty="0"/>
          </a:p>
        </p:txBody>
      </p:sp>
      <p:pic>
        <p:nvPicPr>
          <p:cNvPr id="43" name="Image 11" descr="shirt_thumbs/t_009.jp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3544" y="3072384"/>
            <a:ext cx="420624" cy="42062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44" name="Shape 30"/>
          <p:cNvSpPr/>
          <p:nvPr/>
        </p:nvSpPr>
        <p:spPr>
          <a:xfrm>
            <a:off x="923544" y="3072384"/>
            <a:ext cx="176662" cy="116597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45" name="Text 31"/>
          <p:cNvSpPr/>
          <p:nvPr/>
        </p:nvSpPr>
        <p:spPr>
          <a:xfrm>
            <a:off x="923544" y="3068726"/>
            <a:ext cx="176662" cy="116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650" dirty="0"/>
          </a:p>
        </p:txBody>
      </p:sp>
      <p:pic>
        <p:nvPicPr>
          <p:cNvPr id="46" name="Image 12" descr="shirt_thumbs/t_012.jp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89888" y="3072384"/>
            <a:ext cx="420624" cy="42062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47" name="Shape 32"/>
          <p:cNvSpPr/>
          <p:nvPr/>
        </p:nvSpPr>
        <p:spPr>
          <a:xfrm>
            <a:off x="1389888" y="3072384"/>
            <a:ext cx="176662" cy="116597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48" name="Text 33"/>
          <p:cNvSpPr/>
          <p:nvPr/>
        </p:nvSpPr>
        <p:spPr>
          <a:xfrm>
            <a:off x="1389888" y="3068726"/>
            <a:ext cx="176662" cy="116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650" dirty="0"/>
          </a:p>
        </p:txBody>
      </p:sp>
      <p:pic>
        <p:nvPicPr>
          <p:cNvPr id="49" name="Image 13" descr="shirt_thumbs/t_014.jp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856232" y="3072384"/>
            <a:ext cx="420624" cy="42062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50" name="Shape 34"/>
          <p:cNvSpPr/>
          <p:nvPr/>
        </p:nvSpPr>
        <p:spPr>
          <a:xfrm>
            <a:off x="1856232" y="3072384"/>
            <a:ext cx="176662" cy="116597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51" name="Text 35"/>
          <p:cNvSpPr/>
          <p:nvPr/>
        </p:nvSpPr>
        <p:spPr>
          <a:xfrm>
            <a:off x="1856232" y="3068726"/>
            <a:ext cx="176662" cy="116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650" dirty="0"/>
          </a:p>
        </p:txBody>
      </p:sp>
      <p:pic>
        <p:nvPicPr>
          <p:cNvPr id="52" name="Image 14" descr="shirt_thumbs/t_016.jp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322576" y="3072384"/>
            <a:ext cx="420624" cy="42062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53" name="Shape 36"/>
          <p:cNvSpPr/>
          <p:nvPr/>
        </p:nvSpPr>
        <p:spPr>
          <a:xfrm>
            <a:off x="2322576" y="3072384"/>
            <a:ext cx="176662" cy="116597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54" name="Text 37"/>
          <p:cNvSpPr/>
          <p:nvPr/>
        </p:nvSpPr>
        <p:spPr>
          <a:xfrm>
            <a:off x="2322576" y="3068726"/>
            <a:ext cx="176662" cy="116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650" dirty="0"/>
          </a:p>
        </p:txBody>
      </p:sp>
      <p:pic>
        <p:nvPicPr>
          <p:cNvPr id="55" name="Image 15" descr="shirt_thumbs/t_020.jp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788920" y="3072384"/>
            <a:ext cx="420624" cy="42062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56" name="Shape 38"/>
          <p:cNvSpPr/>
          <p:nvPr/>
        </p:nvSpPr>
        <p:spPr>
          <a:xfrm>
            <a:off x="2788920" y="3072384"/>
            <a:ext cx="176662" cy="116597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57" name="Text 39"/>
          <p:cNvSpPr/>
          <p:nvPr/>
        </p:nvSpPr>
        <p:spPr>
          <a:xfrm>
            <a:off x="2788920" y="3068726"/>
            <a:ext cx="176662" cy="116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650" dirty="0"/>
          </a:p>
        </p:txBody>
      </p:sp>
      <p:pic>
        <p:nvPicPr>
          <p:cNvPr id="58" name="Image 16" descr="shirt_thumbs/t_023.jp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255264" y="3072384"/>
            <a:ext cx="420624" cy="42062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59" name="Shape 40"/>
          <p:cNvSpPr/>
          <p:nvPr/>
        </p:nvSpPr>
        <p:spPr>
          <a:xfrm>
            <a:off x="3255264" y="3072384"/>
            <a:ext cx="176662" cy="116597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60" name="Text 41"/>
          <p:cNvSpPr/>
          <p:nvPr/>
        </p:nvSpPr>
        <p:spPr>
          <a:xfrm>
            <a:off x="3255264" y="3068726"/>
            <a:ext cx="176662" cy="116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650" dirty="0"/>
          </a:p>
        </p:txBody>
      </p:sp>
      <p:pic>
        <p:nvPicPr>
          <p:cNvPr id="61" name="Image 17" descr="shirt_thumbs/t_026.jp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721608" y="3072384"/>
            <a:ext cx="420624" cy="42062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62" name="Shape 42"/>
          <p:cNvSpPr/>
          <p:nvPr/>
        </p:nvSpPr>
        <p:spPr>
          <a:xfrm>
            <a:off x="3721608" y="3072384"/>
            <a:ext cx="176662" cy="116597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63" name="Text 43"/>
          <p:cNvSpPr/>
          <p:nvPr/>
        </p:nvSpPr>
        <p:spPr>
          <a:xfrm>
            <a:off x="3721608" y="3068726"/>
            <a:ext cx="176662" cy="116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endParaRPr lang="en-US" sz="650" dirty="0"/>
          </a:p>
        </p:txBody>
      </p:sp>
      <p:pic>
        <p:nvPicPr>
          <p:cNvPr id="64" name="Image 18" descr="shirt_thumbs/t_027.jp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187952" y="3072384"/>
            <a:ext cx="420624" cy="42062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65" name="Shape 44"/>
          <p:cNvSpPr/>
          <p:nvPr/>
        </p:nvSpPr>
        <p:spPr>
          <a:xfrm>
            <a:off x="4187952" y="3072384"/>
            <a:ext cx="176662" cy="116597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66" name="Text 45"/>
          <p:cNvSpPr/>
          <p:nvPr/>
        </p:nvSpPr>
        <p:spPr>
          <a:xfrm>
            <a:off x="4187952" y="3068726"/>
            <a:ext cx="176662" cy="116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</a:t>
            </a:r>
            <a:endParaRPr lang="en-US" sz="650" dirty="0"/>
          </a:p>
        </p:txBody>
      </p:sp>
      <p:pic>
        <p:nvPicPr>
          <p:cNvPr id="67" name="Image 19" descr="shirt_thumbs/t_038.jp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654296" y="3072384"/>
            <a:ext cx="420624" cy="42062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68" name="Shape 46"/>
          <p:cNvSpPr/>
          <p:nvPr/>
        </p:nvSpPr>
        <p:spPr>
          <a:xfrm>
            <a:off x="4654296" y="3072384"/>
            <a:ext cx="176662" cy="116597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69" name="Text 47"/>
          <p:cNvSpPr/>
          <p:nvPr/>
        </p:nvSpPr>
        <p:spPr>
          <a:xfrm>
            <a:off x="4654296" y="3068726"/>
            <a:ext cx="176662" cy="116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</a:t>
            </a:r>
            <a:endParaRPr lang="en-US" sz="650" dirty="0"/>
          </a:p>
        </p:txBody>
      </p:sp>
      <p:pic>
        <p:nvPicPr>
          <p:cNvPr id="70" name="Image 20" descr="shirt_thumbs/t_044.jp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120640" y="3072384"/>
            <a:ext cx="420624" cy="42062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71" name="Shape 48"/>
          <p:cNvSpPr/>
          <p:nvPr/>
        </p:nvSpPr>
        <p:spPr>
          <a:xfrm>
            <a:off x="5120640" y="3072384"/>
            <a:ext cx="176662" cy="116597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72" name="Text 49"/>
          <p:cNvSpPr/>
          <p:nvPr/>
        </p:nvSpPr>
        <p:spPr>
          <a:xfrm>
            <a:off x="5120640" y="3068726"/>
            <a:ext cx="176662" cy="116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</a:t>
            </a:r>
            <a:endParaRPr lang="en-US" sz="650" dirty="0"/>
          </a:p>
        </p:txBody>
      </p:sp>
      <p:pic>
        <p:nvPicPr>
          <p:cNvPr id="73" name="Image 21" descr="shirt_thumbs/t_048.jp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586984" y="3072384"/>
            <a:ext cx="420624" cy="42062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74" name="Shape 50"/>
          <p:cNvSpPr/>
          <p:nvPr/>
        </p:nvSpPr>
        <p:spPr>
          <a:xfrm>
            <a:off x="5586984" y="3072384"/>
            <a:ext cx="176662" cy="116597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75" name="Text 51"/>
          <p:cNvSpPr/>
          <p:nvPr/>
        </p:nvSpPr>
        <p:spPr>
          <a:xfrm>
            <a:off x="5586984" y="3068726"/>
            <a:ext cx="176662" cy="116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</a:t>
            </a:r>
            <a:endParaRPr lang="en-US" sz="650" dirty="0"/>
          </a:p>
        </p:txBody>
      </p:sp>
      <p:sp>
        <p:nvSpPr>
          <p:cNvPr id="76" name="Shape 52"/>
          <p:cNvSpPr/>
          <p:nvPr/>
        </p:nvSpPr>
        <p:spPr>
          <a:xfrm>
            <a:off x="457200" y="3621024"/>
            <a:ext cx="137160" cy="137160"/>
          </a:xfrm>
          <a:prstGeom prst="rect">
            <a:avLst/>
          </a:prstGeom>
          <a:solidFill>
            <a:srgbClr val="B99B6B"/>
          </a:solidFill>
          <a:ln/>
        </p:spPr>
      </p:sp>
      <p:sp>
        <p:nvSpPr>
          <p:cNvPr id="77" name="Text 53"/>
          <p:cNvSpPr/>
          <p:nvPr/>
        </p:nvSpPr>
        <p:spPr>
          <a:xfrm>
            <a:off x="667512" y="355701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스트리트·K/트렌드</a:t>
            </a:r>
            <a:pPr indent="0" marL="0">
              <a:buNone/>
            </a:pPr>
            <a:r>
              <a:rPr lang="en-US" sz="9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1개</a:t>
            </a:r>
            <a:endParaRPr lang="en-US" sz="1200" dirty="0"/>
          </a:p>
        </p:txBody>
      </p:sp>
      <p:pic>
        <p:nvPicPr>
          <p:cNvPr id="78" name="Image 22" descr="shirt_thumbs/t_033.jp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57200" y="3867912"/>
            <a:ext cx="420624" cy="42062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79" name="Shape 54"/>
          <p:cNvSpPr/>
          <p:nvPr/>
        </p:nvSpPr>
        <p:spPr>
          <a:xfrm>
            <a:off x="457200" y="3867912"/>
            <a:ext cx="176662" cy="116597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80" name="Text 55"/>
          <p:cNvSpPr/>
          <p:nvPr/>
        </p:nvSpPr>
        <p:spPr>
          <a:xfrm>
            <a:off x="457200" y="3864254"/>
            <a:ext cx="176662" cy="116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</a:t>
            </a:r>
            <a:endParaRPr lang="en-US" sz="650" dirty="0"/>
          </a:p>
        </p:txBody>
      </p:sp>
      <p:sp>
        <p:nvSpPr>
          <p:cNvPr id="81" name="Shape 56"/>
          <p:cNvSpPr/>
          <p:nvPr/>
        </p:nvSpPr>
        <p:spPr>
          <a:xfrm>
            <a:off x="457200" y="4416552"/>
            <a:ext cx="137160" cy="137160"/>
          </a:xfrm>
          <a:prstGeom prst="rect">
            <a:avLst/>
          </a:prstGeom>
          <a:solidFill>
            <a:srgbClr val="5E7787"/>
          </a:solidFill>
          <a:ln/>
        </p:spPr>
      </p:sp>
      <p:sp>
        <p:nvSpPr>
          <p:cNvPr id="82" name="Text 57"/>
          <p:cNvSpPr/>
          <p:nvPr/>
        </p:nvSpPr>
        <p:spPr>
          <a:xfrm>
            <a:off x="667512" y="435254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저가·SPA·카탈로그</a:t>
            </a:r>
            <a:pPr indent="0" marL="0">
              <a:buNone/>
            </a:pPr>
            <a:r>
              <a:rPr lang="en-US" sz="9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27개</a:t>
            </a:r>
            <a:endParaRPr lang="en-US" sz="1200" dirty="0"/>
          </a:p>
        </p:txBody>
      </p:sp>
      <p:pic>
        <p:nvPicPr>
          <p:cNvPr id="83" name="Image 23" descr="shirt_thumbs/t_001.jp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57200" y="4663440"/>
            <a:ext cx="420624" cy="42062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84" name="Shape 58"/>
          <p:cNvSpPr/>
          <p:nvPr/>
        </p:nvSpPr>
        <p:spPr>
          <a:xfrm>
            <a:off x="457200" y="4663440"/>
            <a:ext cx="176662" cy="116597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85" name="Text 59"/>
          <p:cNvSpPr/>
          <p:nvPr/>
        </p:nvSpPr>
        <p:spPr>
          <a:xfrm>
            <a:off x="457200" y="4659782"/>
            <a:ext cx="176662" cy="116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650" dirty="0"/>
          </a:p>
        </p:txBody>
      </p:sp>
      <p:pic>
        <p:nvPicPr>
          <p:cNvPr id="86" name="Image 24" descr="shirt_thumbs/t_003.jp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23544" y="4663440"/>
            <a:ext cx="420624" cy="42062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87" name="Shape 60"/>
          <p:cNvSpPr/>
          <p:nvPr/>
        </p:nvSpPr>
        <p:spPr>
          <a:xfrm>
            <a:off x="923544" y="4663440"/>
            <a:ext cx="176662" cy="116597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88" name="Text 61"/>
          <p:cNvSpPr/>
          <p:nvPr/>
        </p:nvSpPr>
        <p:spPr>
          <a:xfrm>
            <a:off x="923544" y="4659782"/>
            <a:ext cx="176662" cy="116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650" dirty="0"/>
          </a:p>
        </p:txBody>
      </p:sp>
      <p:pic>
        <p:nvPicPr>
          <p:cNvPr id="89" name="Image 25" descr="shirt_thumbs/t_004.jp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389888" y="4663440"/>
            <a:ext cx="420624" cy="42062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90" name="Shape 62"/>
          <p:cNvSpPr/>
          <p:nvPr/>
        </p:nvSpPr>
        <p:spPr>
          <a:xfrm>
            <a:off x="1389888" y="4663440"/>
            <a:ext cx="176662" cy="116597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91" name="Text 63"/>
          <p:cNvSpPr/>
          <p:nvPr/>
        </p:nvSpPr>
        <p:spPr>
          <a:xfrm>
            <a:off x="1389888" y="4659782"/>
            <a:ext cx="176662" cy="116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650" dirty="0"/>
          </a:p>
        </p:txBody>
      </p:sp>
      <p:pic>
        <p:nvPicPr>
          <p:cNvPr id="92" name="Image 26" descr="shirt_thumbs/t_005.jp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856232" y="4663440"/>
            <a:ext cx="420624" cy="42062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93" name="Shape 64"/>
          <p:cNvSpPr/>
          <p:nvPr/>
        </p:nvSpPr>
        <p:spPr>
          <a:xfrm>
            <a:off x="1856232" y="4663440"/>
            <a:ext cx="176662" cy="116597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94" name="Text 65"/>
          <p:cNvSpPr/>
          <p:nvPr/>
        </p:nvSpPr>
        <p:spPr>
          <a:xfrm>
            <a:off x="1856232" y="4659782"/>
            <a:ext cx="176662" cy="116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650" dirty="0"/>
          </a:p>
        </p:txBody>
      </p:sp>
      <p:pic>
        <p:nvPicPr>
          <p:cNvPr id="95" name="Image 27" descr="shirt_thumbs/t_006.jp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322576" y="4663440"/>
            <a:ext cx="420624" cy="42062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96" name="Shape 66"/>
          <p:cNvSpPr/>
          <p:nvPr/>
        </p:nvSpPr>
        <p:spPr>
          <a:xfrm>
            <a:off x="2322576" y="4663440"/>
            <a:ext cx="176662" cy="116597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97" name="Text 67"/>
          <p:cNvSpPr/>
          <p:nvPr/>
        </p:nvSpPr>
        <p:spPr>
          <a:xfrm>
            <a:off x="2322576" y="4659782"/>
            <a:ext cx="176662" cy="116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650" dirty="0"/>
          </a:p>
        </p:txBody>
      </p:sp>
      <p:pic>
        <p:nvPicPr>
          <p:cNvPr id="98" name="Image 28" descr="shirt_thumbs/t_007.jp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788920" y="4663440"/>
            <a:ext cx="420624" cy="42062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99" name="Shape 68"/>
          <p:cNvSpPr/>
          <p:nvPr/>
        </p:nvSpPr>
        <p:spPr>
          <a:xfrm>
            <a:off x="2788920" y="4663440"/>
            <a:ext cx="176662" cy="116597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00" name="Text 69"/>
          <p:cNvSpPr/>
          <p:nvPr/>
        </p:nvSpPr>
        <p:spPr>
          <a:xfrm>
            <a:off x="2788920" y="4659782"/>
            <a:ext cx="176662" cy="116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650" dirty="0"/>
          </a:p>
        </p:txBody>
      </p:sp>
      <p:pic>
        <p:nvPicPr>
          <p:cNvPr id="101" name="Image 29" descr="shirt_thumbs/t_008.jp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255264" y="4663440"/>
            <a:ext cx="420624" cy="42062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02" name="Shape 70"/>
          <p:cNvSpPr/>
          <p:nvPr/>
        </p:nvSpPr>
        <p:spPr>
          <a:xfrm>
            <a:off x="3255264" y="4663440"/>
            <a:ext cx="176662" cy="116597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03" name="Text 71"/>
          <p:cNvSpPr/>
          <p:nvPr/>
        </p:nvSpPr>
        <p:spPr>
          <a:xfrm>
            <a:off x="3255264" y="4659782"/>
            <a:ext cx="176662" cy="116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650" dirty="0"/>
          </a:p>
        </p:txBody>
      </p:sp>
      <p:pic>
        <p:nvPicPr>
          <p:cNvPr id="104" name="Image 30" descr="shirt_thumbs/t_011.jp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721608" y="4663440"/>
            <a:ext cx="420624" cy="42062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05" name="Shape 72"/>
          <p:cNvSpPr/>
          <p:nvPr/>
        </p:nvSpPr>
        <p:spPr>
          <a:xfrm>
            <a:off x="3721608" y="4663440"/>
            <a:ext cx="176662" cy="116597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06" name="Text 73"/>
          <p:cNvSpPr/>
          <p:nvPr/>
        </p:nvSpPr>
        <p:spPr>
          <a:xfrm>
            <a:off x="3721608" y="4659782"/>
            <a:ext cx="176662" cy="116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650" dirty="0"/>
          </a:p>
        </p:txBody>
      </p:sp>
      <p:pic>
        <p:nvPicPr>
          <p:cNvPr id="107" name="Image 31" descr="shirt_thumbs/t_013.jp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187952" y="4663440"/>
            <a:ext cx="420624" cy="42062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08" name="Shape 74"/>
          <p:cNvSpPr/>
          <p:nvPr/>
        </p:nvSpPr>
        <p:spPr>
          <a:xfrm>
            <a:off x="4187952" y="4663440"/>
            <a:ext cx="176662" cy="116597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09" name="Text 75"/>
          <p:cNvSpPr/>
          <p:nvPr/>
        </p:nvSpPr>
        <p:spPr>
          <a:xfrm>
            <a:off x="4187952" y="4659782"/>
            <a:ext cx="176662" cy="116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650" dirty="0"/>
          </a:p>
        </p:txBody>
      </p:sp>
      <p:pic>
        <p:nvPicPr>
          <p:cNvPr id="110" name="Image 32" descr="shirt_thumbs/t_015.jp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654296" y="4663440"/>
            <a:ext cx="420624" cy="42062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11" name="Shape 76"/>
          <p:cNvSpPr/>
          <p:nvPr/>
        </p:nvSpPr>
        <p:spPr>
          <a:xfrm>
            <a:off x="4654296" y="4663440"/>
            <a:ext cx="176662" cy="116597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12" name="Text 77"/>
          <p:cNvSpPr/>
          <p:nvPr/>
        </p:nvSpPr>
        <p:spPr>
          <a:xfrm>
            <a:off x="4654296" y="4659782"/>
            <a:ext cx="176662" cy="116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650" dirty="0"/>
          </a:p>
        </p:txBody>
      </p:sp>
      <p:pic>
        <p:nvPicPr>
          <p:cNvPr id="113" name="Image 33" descr="shirt_thumbs/t_018.jp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120640" y="4663440"/>
            <a:ext cx="420624" cy="42062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14" name="Shape 78"/>
          <p:cNvSpPr/>
          <p:nvPr/>
        </p:nvSpPr>
        <p:spPr>
          <a:xfrm>
            <a:off x="5120640" y="4663440"/>
            <a:ext cx="176662" cy="116597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15" name="Text 79"/>
          <p:cNvSpPr/>
          <p:nvPr/>
        </p:nvSpPr>
        <p:spPr>
          <a:xfrm>
            <a:off x="5120640" y="4659782"/>
            <a:ext cx="176662" cy="116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650" dirty="0"/>
          </a:p>
        </p:txBody>
      </p:sp>
      <p:pic>
        <p:nvPicPr>
          <p:cNvPr id="116" name="Image 34" descr="shirt_thumbs/t_021.jp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586984" y="4663440"/>
            <a:ext cx="420624" cy="42062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17" name="Shape 80"/>
          <p:cNvSpPr/>
          <p:nvPr/>
        </p:nvSpPr>
        <p:spPr>
          <a:xfrm>
            <a:off x="5586984" y="4663440"/>
            <a:ext cx="176662" cy="116597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18" name="Text 81"/>
          <p:cNvSpPr/>
          <p:nvPr/>
        </p:nvSpPr>
        <p:spPr>
          <a:xfrm>
            <a:off x="5586984" y="4659782"/>
            <a:ext cx="176662" cy="116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650" dirty="0"/>
          </a:p>
        </p:txBody>
      </p:sp>
      <p:pic>
        <p:nvPicPr>
          <p:cNvPr id="119" name="Image 35" descr="shirt_thumbs/t_024.jp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053328" y="4663440"/>
            <a:ext cx="420624" cy="42062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20" name="Shape 82"/>
          <p:cNvSpPr/>
          <p:nvPr/>
        </p:nvSpPr>
        <p:spPr>
          <a:xfrm>
            <a:off x="6053328" y="4663440"/>
            <a:ext cx="176662" cy="116597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21" name="Text 83"/>
          <p:cNvSpPr/>
          <p:nvPr/>
        </p:nvSpPr>
        <p:spPr>
          <a:xfrm>
            <a:off x="6053328" y="4659782"/>
            <a:ext cx="176662" cy="116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650" dirty="0"/>
          </a:p>
        </p:txBody>
      </p:sp>
      <p:pic>
        <p:nvPicPr>
          <p:cNvPr id="122" name="Image 36" descr="shirt_thumbs/t_025.jp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6519672" y="4663440"/>
            <a:ext cx="420624" cy="42062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23" name="Shape 84"/>
          <p:cNvSpPr/>
          <p:nvPr/>
        </p:nvSpPr>
        <p:spPr>
          <a:xfrm>
            <a:off x="6519672" y="4663440"/>
            <a:ext cx="176662" cy="116597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24" name="Text 85"/>
          <p:cNvSpPr/>
          <p:nvPr/>
        </p:nvSpPr>
        <p:spPr>
          <a:xfrm>
            <a:off x="6519672" y="4659782"/>
            <a:ext cx="176662" cy="116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650" dirty="0"/>
          </a:p>
        </p:txBody>
      </p:sp>
      <p:pic>
        <p:nvPicPr>
          <p:cNvPr id="125" name="Image 37" descr="shirt_thumbs/t_028.jp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6986016" y="4663440"/>
            <a:ext cx="420624" cy="42062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26" name="Shape 86"/>
          <p:cNvSpPr/>
          <p:nvPr/>
        </p:nvSpPr>
        <p:spPr>
          <a:xfrm>
            <a:off x="6986016" y="4663440"/>
            <a:ext cx="176662" cy="116597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27" name="Text 87"/>
          <p:cNvSpPr/>
          <p:nvPr/>
        </p:nvSpPr>
        <p:spPr>
          <a:xfrm>
            <a:off x="6986016" y="4659782"/>
            <a:ext cx="176662" cy="116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</a:t>
            </a:r>
            <a:endParaRPr lang="en-US" sz="650" dirty="0"/>
          </a:p>
        </p:txBody>
      </p:sp>
      <p:pic>
        <p:nvPicPr>
          <p:cNvPr id="128" name="Image 38" descr="shirt_thumbs/t_031.jp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452360" y="4663440"/>
            <a:ext cx="420624" cy="42062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29" name="Shape 88"/>
          <p:cNvSpPr/>
          <p:nvPr/>
        </p:nvSpPr>
        <p:spPr>
          <a:xfrm>
            <a:off x="7452360" y="4663440"/>
            <a:ext cx="176662" cy="116597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30" name="Text 89"/>
          <p:cNvSpPr/>
          <p:nvPr/>
        </p:nvSpPr>
        <p:spPr>
          <a:xfrm>
            <a:off x="7452360" y="4659782"/>
            <a:ext cx="176662" cy="116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</a:t>
            </a:r>
            <a:endParaRPr lang="en-US" sz="650" dirty="0"/>
          </a:p>
        </p:txBody>
      </p:sp>
      <p:pic>
        <p:nvPicPr>
          <p:cNvPr id="131" name="Image 39" descr="shirt_thumbs/t_032.jp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918704" y="4663440"/>
            <a:ext cx="420624" cy="42062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32" name="Shape 90"/>
          <p:cNvSpPr/>
          <p:nvPr/>
        </p:nvSpPr>
        <p:spPr>
          <a:xfrm>
            <a:off x="7918704" y="4663440"/>
            <a:ext cx="176662" cy="116597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33" name="Text 91"/>
          <p:cNvSpPr/>
          <p:nvPr/>
        </p:nvSpPr>
        <p:spPr>
          <a:xfrm>
            <a:off x="7918704" y="4659782"/>
            <a:ext cx="176662" cy="116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650" dirty="0"/>
          </a:p>
        </p:txBody>
      </p:sp>
      <p:pic>
        <p:nvPicPr>
          <p:cNvPr id="134" name="Image 40" descr="shirt_thumbs/t_034.jp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8385048" y="4663440"/>
            <a:ext cx="420624" cy="42062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35" name="Shape 92"/>
          <p:cNvSpPr/>
          <p:nvPr/>
        </p:nvSpPr>
        <p:spPr>
          <a:xfrm>
            <a:off x="8385048" y="4663440"/>
            <a:ext cx="176662" cy="116597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36" name="Text 93"/>
          <p:cNvSpPr/>
          <p:nvPr/>
        </p:nvSpPr>
        <p:spPr>
          <a:xfrm>
            <a:off x="8385048" y="4659782"/>
            <a:ext cx="176662" cy="116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</a:t>
            </a:r>
            <a:endParaRPr lang="en-US" sz="650" dirty="0"/>
          </a:p>
        </p:txBody>
      </p:sp>
      <p:pic>
        <p:nvPicPr>
          <p:cNvPr id="137" name="Image 41" descr="shirt_thumbs/t_037.jp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8851392" y="4663440"/>
            <a:ext cx="420624" cy="42062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38" name="Shape 94"/>
          <p:cNvSpPr/>
          <p:nvPr/>
        </p:nvSpPr>
        <p:spPr>
          <a:xfrm>
            <a:off x="8851392" y="4663440"/>
            <a:ext cx="176662" cy="116597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39" name="Text 95"/>
          <p:cNvSpPr/>
          <p:nvPr/>
        </p:nvSpPr>
        <p:spPr>
          <a:xfrm>
            <a:off x="8851392" y="4659782"/>
            <a:ext cx="176662" cy="116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</a:t>
            </a:r>
            <a:endParaRPr lang="en-US" sz="650" dirty="0"/>
          </a:p>
        </p:txBody>
      </p:sp>
      <p:pic>
        <p:nvPicPr>
          <p:cNvPr id="140" name="Image 42" descr="shirt_thumbs/t_039.jp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9317736" y="4663440"/>
            <a:ext cx="420624" cy="42062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41" name="Shape 96"/>
          <p:cNvSpPr/>
          <p:nvPr/>
        </p:nvSpPr>
        <p:spPr>
          <a:xfrm>
            <a:off x="9317736" y="4663440"/>
            <a:ext cx="176662" cy="116597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42" name="Text 97"/>
          <p:cNvSpPr/>
          <p:nvPr/>
        </p:nvSpPr>
        <p:spPr>
          <a:xfrm>
            <a:off x="9317736" y="4659782"/>
            <a:ext cx="176662" cy="116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</a:t>
            </a:r>
            <a:endParaRPr lang="en-US" sz="650" dirty="0"/>
          </a:p>
        </p:txBody>
      </p:sp>
      <p:pic>
        <p:nvPicPr>
          <p:cNvPr id="143" name="Image 43" descr="shirt_thumbs/t_041.jp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9784080" y="4663440"/>
            <a:ext cx="420624" cy="42062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44" name="Shape 98"/>
          <p:cNvSpPr/>
          <p:nvPr/>
        </p:nvSpPr>
        <p:spPr>
          <a:xfrm>
            <a:off x="9784080" y="4663440"/>
            <a:ext cx="176662" cy="116597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45" name="Text 99"/>
          <p:cNvSpPr/>
          <p:nvPr/>
        </p:nvSpPr>
        <p:spPr>
          <a:xfrm>
            <a:off x="9784080" y="4659782"/>
            <a:ext cx="176662" cy="116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</a:t>
            </a:r>
            <a:endParaRPr lang="en-US" sz="650" dirty="0"/>
          </a:p>
        </p:txBody>
      </p:sp>
      <p:pic>
        <p:nvPicPr>
          <p:cNvPr id="146" name="Image 44" descr="shirt_thumbs/t_042.jp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0250424" y="4663440"/>
            <a:ext cx="420624" cy="42062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47" name="Shape 100"/>
          <p:cNvSpPr/>
          <p:nvPr/>
        </p:nvSpPr>
        <p:spPr>
          <a:xfrm>
            <a:off x="10250424" y="4663440"/>
            <a:ext cx="176662" cy="116597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48" name="Text 101"/>
          <p:cNvSpPr/>
          <p:nvPr/>
        </p:nvSpPr>
        <p:spPr>
          <a:xfrm>
            <a:off x="10250424" y="4659782"/>
            <a:ext cx="176662" cy="116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</a:t>
            </a:r>
            <a:endParaRPr lang="en-US" sz="650" dirty="0"/>
          </a:p>
        </p:txBody>
      </p:sp>
      <p:pic>
        <p:nvPicPr>
          <p:cNvPr id="149" name="Image 45" descr="shirt_thumbs/t_043.jp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0716768" y="4663440"/>
            <a:ext cx="420624" cy="42062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50" name="Shape 102"/>
          <p:cNvSpPr/>
          <p:nvPr/>
        </p:nvSpPr>
        <p:spPr>
          <a:xfrm>
            <a:off x="10716768" y="4663440"/>
            <a:ext cx="176662" cy="116597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51" name="Text 103"/>
          <p:cNvSpPr/>
          <p:nvPr/>
        </p:nvSpPr>
        <p:spPr>
          <a:xfrm>
            <a:off x="10716768" y="4659782"/>
            <a:ext cx="176662" cy="116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</a:t>
            </a:r>
            <a:endParaRPr lang="en-US" sz="650" dirty="0"/>
          </a:p>
        </p:txBody>
      </p:sp>
      <p:pic>
        <p:nvPicPr>
          <p:cNvPr id="152" name="Image 46" descr="shirt_thumbs/t_045.jp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11183112" y="4663440"/>
            <a:ext cx="420624" cy="42062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53" name="Shape 104"/>
          <p:cNvSpPr/>
          <p:nvPr/>
        </p:nvSpPr>
        <p:spPr>
          <a:xfrm>
            <a:off x="11183112" y="4663440"/>
            <a:ext cx="176662" cy="116597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54" name="Text 105"/>
          <p:cNvSpPr/>
          <p:nvPr/>
        </p:nvSpPr>
        <p:spPr>
          <a:xfrm>
            <a:off x="11183112" y="4659782"/>
            <a:ext cx="176662" cy="116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</a:t>
            </a:r>
            <a:endParaRPr lang="en-US" sz="650" dirty="0"/>
          </a:p>
        </p:txBody>
      </p:sp>
      <p:pic>
        <p:nvPicPr>
          <p:cNvPr id="155" name="Image 47" descr="shirt_thumbs/t_046.jp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457200" y="5129784"/>
            <a:ext cx="420624" cy="42062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56" name="Shape 106"/>
          <p:cNvSpPr/>
          <p:nvPr/>
        </p:nvSpPr>
        <p:spPr>
          <a:xfrm>
            <a:off x="457200" y="5129784"/>
            <a:ext cx="176662" cy="116597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57" name="Text 107"/>
          <p:cNvSpPr/>
          <p:nvPr/>
        </p:nvSpPr>
        <p:spPr>
          <a:xfrm>
            <a:off x="457200" y="5126126"/>
            <a:ext cx="176662" cy="116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</a:t>
            </a:r>
            <a:endParaRPr lang="en-US" sz="650" dirty="0"/>
          </a:p>
        </p:txBody>
      </p:sp>
      <p:pic>
        <p:nvPicPr>
          <p:cNvPr id="158" name="Image 48" descr="shirt_thumbs/t_047.jp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923544" y="5129784"/>
            <a:ext cx="420624" cy="42062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59" name="Shape 108"/>
          <p:cNvSpPr/>
          <p:nvPr/>
        </p:nvSpPr>
        <p:spPr>
          <a:xfrm>
            <a:off x="923544" y="5129784"/>
            <a:ext cx="176662" cy="116597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60" name="Text 109"/>
          <p:cNvSpPr/>
          <p:nvPr/>
        </p:nvSpPr>
        <p:spPr>
          <a:xfrm>
            <a:off x="923544" y="5126126"/>
            <a:ext cx="176662" cy="116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</a:t>
            </a:r>
            <a:endParaRPr lang="en-US" sz="650" dirty="0"/>
          </a:p>
        </p:txBody>
      </p:sp>
      <p:pic>
        <p:nvPicPr>
          <p:cNvPr id="161" name="Image 49" descr="shirt_thumbs/t_050.jp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1389888" y="5129784"/>
            <a:ext cx="420624" cy="42062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62" name="Shape 110"/>
          <p:cNvSpPr/>
          <p:nvPr/>
        </p:nvSpPr>
        <p:spPr>
          <a:xfrm>
            <a:off x="1389888" y="5129784"/>
            <a:ext cx="176662" cy="116597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63" name="Text 111"/>
          <p:cNvSpPr/>
          <p:nvPr/>
        </p:nvSpPr>
        <p:spPr>
          <a:xfrm>
            <a:off x="1389888" y="5126126"/>
            <a:ext cx="176662" cy="116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</a:t>
            </a:r>
            <a:endParaRPr lang="en-US" sz="650" dirty="0"/>
          </a:p>
        </p:txBody>
      </p:sp>
      <p:sp>
        <p:nvSpPr>
          <p:cNvPr id="164" name="Text 112"/>
          <p:cNvSpPr/>
          <p:nvPr/>
        </p:nvSpPr>
        <p:spPr>
          <a:xfrm>
            <a:off x="457200" y="6053328"/>
            <a:ext cx="11338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브랜드→유형 매핑 기반. 매핑되지 않은 브랜드는 저가·SPA·카탈로그로 분류.</a:t>
            </a:r>
            <a:endParaRPr lang="en-US" sz="1000" dirty="0"/>
          </a:p>
        </p:txBody>
      </p:sp>
      <p:sp>
        <p:nvSpPr>
          <p:cNvPr id="165" name="Text 113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INSIGHTS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셔츠/블라우스 Top 50 요약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532120" cy="1965960"/>
          </a:xfrm>
          <a:prstGeom prst="roundRect">
            <a:avLst>
              <a:gd name="adj" fmla="val 2791"/>
            </a:avLst>
          </a:prstGeom>
          <a:solidFill>
            <a:srgbClr val="201D1A"/>
          </a:solidFill>
          <a:ln w="12700">
            <a:solidFill>
              <a:srgbClr val="3A35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002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645920" y="1655064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프릴·퍼프의 압도적 강세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645920" y="224028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7C1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러플·프릴·퍼프소매·플리츠 등 페미닌 볼륨 블라우스가 랭킹의 절반 이상. 밋밋한 셔츠는 드묾.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417320"/>
            <a:ext cx="5532120" cy="1965960"/>
          </a:xfrm>
          <a:prstGeom prst="roundRect">
            <a:avLst>
              <a:gd name="adj" fmla="val 2791"/>
            </a:avLst>
          </a:prstGeom>
          <a:solidFill>
            <a:srgbClr val="201D1A"/>
          </a:solidFill>
          <a:ln w="12700">
            <a:solidFill>
              <a:srgbClr val="3A35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6002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7452360" y="1655064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가격대가 티셔츠보다 한 단계 위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452360" y="224028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7C1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¥4,851 · 4~6천엔 존이 몸통. 1만엔 이상 프리미엄 블라우스도 다수(SLOBE IENA·PUAL CE CIN 등).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639312"/>
            <a:ext cx="5532120" cy="1965960"/>
          </a:xfrm>
          <a:prstGeom prst="roundRect">
            <a:avLst>
              <a:gd name="adj" fmla="val 2791"/>
            </a:avLst>
          </a:prstGeom>
          <a:solidFill>
            <a:srgbClr val="201D1A"/>
          </a:solidFill>
          <a:ln w="12700">
            <a:solidFill>
              <a:srgbClr val="3A35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22192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645920" y="3877056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체크·도트·플라워 클래식 패턴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645920" y="4462272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7C1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무지 셔츠보다 체크·도트·잔꽃 패턴이 눈에 띔. 시즌 블라우스의 전형적 패턴 구성.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3639312"/>
            <a:ext cx="5532120" cy="1965960"/>
          </a:xfrm>
          <a:prstGeom prst="roundRect">
            <a:avLst>
              <a:gd name="adj" fmla="val 2791"/>
            </a:avLst>
          </a:prstGeom>
          <a:solidFill>
            <a:srgbClr val="201D1A"/>
          </a:solidFill>
          <a:ln w="12700">
            <a:solidFill>
              <a:srgbClr val="3A35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3822192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7452360" y="3877056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셀렉트·SPA 양강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452360" y="4462272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7C1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AMERICAN HOLIC·DISCOAT·classicalelf·mily bilet가 물량 리더. 내추럴 셀렉트와 저가 SPA가 공존.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355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5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실시간 판매 랭킹 스냅샷 · 프린트/패턴·유형/디테일 모두 이미지 육안 재분류 · 2026.08.12 zozo.jp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weat_thumbs/t_0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8472" y="0"/>
            <a:ext cx="1920240" cy="2286000"/>
          </a:xfrm>
          <a:prstGeom prst="rect">
            <a:avLst/>
          </a:prstGeom>
        </p:spPr>
      </p:pic>
      <p:pic>
        <p:nvPicPr>
          <p:cNvPr id="3" name="Image 1" descr="sweat_thumbs/t_00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8712" y="0"/>
            <a:ext cx="1920240" cy="2286000"/>
          </a:xfrm>
          <a:prstGeom prst="rect">
            <a:avLst/>
          </a:prstGeom>
        </p:spPr>
      </p:pic>
      <p:pic>
        <p:nvPicPr>
          <p:cNvPr id="4" name="Image 2" descr="sweat_thumbs/t_00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8472" y="2286000"/>
            <a:ext cx="1920240" cy="2286000"/>
          </a:xfrm>
          <a:prstGeom prst="rect">
            <a:avLst/>
          </a:prstGeom>
        </p:spPr>
      </p:pic>
      <p:pic>
        <p:nvPicPr>
          <p:cNvPr id="5" name="Image 3" descr="sweat_thumbs/t_004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8712" y="2286000"/>
            <a:ext cx="1920240" cy="2286000"/>
          </a:xfrm>
          <a:prstGeom prst="rect">
            <a:avLst/>
          </a:prstGeom>
        </p:spPr>
      </p:pic>
      <p:pic>
        <p:nvPicPr>
          <p:cNvPr id="6" name="Image 4" descr="sweat_thumbs/t_005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8472" y="4572000"/>
            <a:ext cx="1920240" cy="2286000"/>
          </a:xfrm>
          <a:prstGeom prst="rect">
            <a:avLst/>
          </a:prstGeom>
        </p:spPr>
      </p:pic>
      <p:pic>
        <p:nvPicPr>
          <p:cNvPr id="7" name="Image 5" descr="sweat_thumbs/t_006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8712" y="4572000"/>
            <a:ext cx="1920240" cy="2286000"/>
          </a:xfrm>
          <a:prstGeom prst="rect">
            <a:avLst/>
          </a:prstGeom>
        </p:spPr>
      </p:pic>
      <p:sp>
        <p:nvSpPr>
          <p:cNvPr id="8" name="Shape 0"/>
          <p:cNvSpPr/>
          <p:nvPr/>
        </p:nvSpPr>
        <p:spPr>
          <a:xfrm>
            <a:off x="8348472" y="0"/>
            <a:ext cx="3840480" cy="6858000"/>
          </a:xfrm>
          <a:prstGeom prst="rect">
            <a:avLst/>
          </a:prstGeom>
          <a:solidFill>
            <a:srgbClr val="141210">
              <a:alpha val="50000"/>
            </a:srgbClr>
          </a:solidFill>
          <a:ln/>
        </p:spPr>
      </p:sp>
      <p:sp>
        <p:nvSpPr>
          <p:cNvPr id="9" name="Text 1"/>
          <p:cNvSpPr/>
          <p:nvPr/>
        </p:nvSpPr>
        <p:spPr>
          <a:xfrm>
            <a:off x="640080" y="1371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ZOZOTOWN · WOMEN SWEAT TOP 50</a:t>
            </a:r>
            <a:endParaRPr lang="en-US" sz="1200" dirty="0"/>
          </a:p>
        </p:txBody>
      </p:sp>
      <p:sp>
        <p:nvSpPr>
          <p:cNvPr id="10" name="Text 2"/>
          <p:cNvSpPr/>
          <p:nvPr/>
        </p:nvSpPr>
        <p:spPr>
          <a:xfrm>
            <a:off x="640080" y="1783080"/>
            <a:ext cx="7589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여성 스웻셔츠</a:t>
            </a:r>
            <a:endParaRPr lang="en-US" sz="38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인기 랭킹 50 · 사진 그룹핑</a:t>
            </a:r>
            <a:endParaRPr lang="en-US" sz="3800" dirty="0"/>
          </a:p>
        </p:txBody>
      </p:sp>
      <p:sp>
        <p:nvSpPr>
          <p:cNvPr id="11" name="Text 3"/>
          <p:cNvSpPr/>
          <p:nvPr/>
        </p:nvSpPr>
        <p:spPr>
          <a:xfrm>
            <a:off x="658368" y="3794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2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세대 · 50개 상품을 가격·프린트·유형·브랜드 관점으로 그룹핑</a:t>
            </a:r>
            <a:endParaRPr lang="en-US" sz="1300" dirty="0"/>
          </a:p>
        </p:txBody>
      </p:sp>
      <p:sp>
        <p:nvSpPr>
          <p:cNvPr id="12" name="Text 4"/>
          <p:cNvSpPr/>
          <p:nvPr/>
        </p:nvSpPr>
        <p:spPr>
          <a:xfrm>
            <a:off x="658368" y="5440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5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2026.08.12 · zozo.jp 여성 스웻셔츠 실시간 판매 랭킹 Top 50</a:t>
            </a:r>
            <a:endParaRPr lang="en-US" sz="1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RANKING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 50 전체 그리드 (판매순)</a:t>
            </a:r>
            <a:endParaRPr lang="en-US" sz="2600" dirty="0"/>
          </a:p>
        </p:txBody>
      </p:sp>
      <p:pic>
        <p:nvPicPr>
          <p:cNvPr id="4" name="Image 0" descr="sweat_thumbs/t_0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8672" y="1371600"/>
            <a:ext cx="901598" cy="90159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258672" y="1371600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258672" y="1367942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  <p:pic>
        <p:nvPicPr>
          <p:cNvPr id="7" name="Image 1" descr="sweat_thumbs/t_00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3422" y="1371600"/>
            <a:ext cx="901598" cy="90159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233422" y="1371600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9" name="Text 5"/>
          <p:cNvSpPr/>
          <p:nvPr/>
        </p:nvSpPr>
        <p:spPr>
          <a:xfrm>
            <a:off x="2233422" y="1367942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pic>
        <p:nvPicPr>
          <p:cNvPr id="10" name="Image 2" descr="sweat_thumbs/t_00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8172" y="1371600"/>
            <a:ext cx="901598" cy="90159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3208172" y="1371600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12" name="Text 7"/>
          <p:cNvSpPr/>
          <p:nvPr/>
        </p:nvSpPr>
        <p:spPr>
          <a:xfrm>
            <a:off x="3208172" y="1367942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  <p:pic>
        <p:nvPicPr>
          <p:cNvPr id="13" name="Image 3" descr="sweat_thumbs/t_004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2923" y="1371600"/>
            <a:ext cx="901598" cy="901598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182923" y="1371600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15" name="Text 9"/>
          <p:cNvSpPr/>
          <p:nvPr/>
        </p:nvSpPr>
        <p:spPr>
          <a:xfrm>
            <a:off x="4182923" y="1367942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  <p:pic>
        <p:nvPicPr>
          <p:cNvPr id="16" name="Image 4" descr="sweat_thumbs/t_005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7673" y="1371600"/>
            <a:ext cx="901598" cy="901598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5157673" y="1371600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18" name="Text 11"/>
          <p:cNvSpPr/>
          <p:nvPr/>
        </p:nvSpPr>
        <p:spPr>
          <a:xfrm>
            <a:off x="5157673" y="1367942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  <p:pic>
        <p:nvPicPr>
          <p:cNvPr id="19" name="Image 5" descr="sweat_thumbs/t_006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2424" y="1371600"/>
            <a:ext cx="901598" cy="901598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6132424" y="1371600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21" name="Text 13"/>
          <p:cNvSpPr/>
          <p:nvPr/>
        </p:nvSpPr>
        <p:spPr>
          <a:xfrm>
            <a:off x="6132424" y="1367942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  <p:pic>
        <p:nvPicPr>
          <p:cNvPr id="22" name="Image 6" descr="sweat_thumbs/t_007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7174" y="1371600"/>
            <a:ext cx="901598" cy="901598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7107174" y="1371600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24" name="Text 15"/>
          <p:cNvSpPr/>
          <p:nvPr/>
        </p:nvSpPr>
        <p:spPr>
          <a:xfrm>
            <a:off x="7107174" y="1367942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  <p:pic>
        <p:nvPicPr>
          <p:cNvPr id="25" name="Image 7" descr="sweat_thumbs/t_008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1924" y="1371600"/>
            <a:ext cx="901598" cy="901598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081924" y="1371600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27" name="Text 17"/>
          <p:cNvSpPr/>
          <p:nvPr/>
        </p:nvSpPr>
        <p:spPr>
          <a:xfrm>
            <a:off x="8081924" y="1367942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  <p:pic>
        <p:nvPicPr>
          <p:cNvPr id="28" name="Image 8" descr="sweat_thumbs/t_009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56675" y="1371600"/>
            <a:ext cx="901598" cy="901598"/>
          </a:xfrm>
          <a:prstGeom prst="rect">
            <a:avLst/>
          </a:prstGeom>
        </p:spPr>
      </p:pic>
      <p:sp>
        <p:nvSpPr>
          <p:cNvPr id="29" name="Shape 18"/>
          <p:cNvSpPr/>
          <p:nvPr/>
        </p:nvSpPr>
        <p:spPr>
          <a:xfrm>
            <a:off x="9056675" y="1371600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30" name="Text 19"/>
          <p:cNvSpPr/>
          <p:nvPr/>
        </p:nvSpPr>
        <p:spPr>
          <a:xfrm>
            <a:off x="9056675" y="1367942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  <p:pic>
        <p:nvPicPr>
          <p:cNvPr id="31" name="Image 9" descr="sweat_thumbs/t_010.jp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31425" y="1371600"/>
            <a:ext cx="901598" cy="901598"/>
          </a:xfrm>
          <a:prstGeom prst="rect">
            <a:avLst/>
          </a:prstGeom>
        </p:spPr>
      </p:pic>
      <p:sp>
        <p:nvSpPr>
          <p:cNvPr id="32" name="Shape 20"/>
          <p:cNvSpPr/>
          <p:nvPr/>
        </p:nvSpPr>
        <p:spPr>
          <a:xfrm>
            <a:off x="10031425" y="1371600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33" name="Text 21"/>
          <p:cNvSpPr/>
          <p:nvPr/>
        </p:nvSpPr>
        <p:spPr>
          <a:xfrm>
            <a:off x="10031425" y="1367942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  <p:pic>
        <p:nvPicPr>
          <p:cNvPr id="34" name="Image 10" descr="sweat_thumbs/t_011.jp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58672" y="2346350"/>
            <a:ext cx="901598" cy="901598"/>
          </a:xfrm>
          <a:prstGeom prst="rect">
            <a:avLst/>
          </a:prstGeom>
        </p:spPr>
      </p:pic>
      <p:sp>
        <p:nvSpPr>
          <p:cNvPr id="35" name="Shape 22"/>
          <p:cNvSpPr/>
          <p:nvPr/>
        </p:nvSpPr>
        <p:spPr>
          <a:xfrm>
            <a:off x="1258672" y="2346350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36" name="Text 23"/>
          <p:cNvSpPr/>
          <p:nvPr/>
        </p:nvSpPr>
        <p:spPr>
          <a:xfrm>
            <a:off x="1258672" y="2342693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  <p:pic>
        <p:nvPicPr>
          <p:cNvPr id="37" name="Image 11" descr="sweat_thumbs/t_012.jp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33422" y="2346350"/>
            <a:ext cx="901598" cy="901598"/>
          </a:xfrm>
          <a:prstGeom prst="rect">
            <a:avLst/>
          </a:prstGeom>
        </p:spPr>
      </p:pic>
      <p:sp>
        <p:nvSpPr>
          <p:cNvPr id="38" name="Shape 24"/>
          <p:cNvSpPr/>
          <p:nvPr/>
        </p:nvSpPr>
        <p:spPr>
          <a:xfrm>
            <a:off x="2233422" y="2346350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39" name="Text 25"/>
          <p:cNvSpPr/>
          <p:nvPr/>
        </p:nvSpPr>
        <p:spPr>
          <a:xfrm>
            <a:off x="2233422" y="2342693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  <p:pic>
        <p:nvPicPr>
          <p:cNvPr id="40" name="Image 12" descr="sweat_thumbs/t_013.jp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08172" y="2346350"/>
            <a:ext cx="901598" cy="901598"/>
          </a:xfrm>
          <a:prstGeom prst="rect">
            <a:avLst/>
          </a:prstGeom>
        </p:spPr>
      </p:pic>
      <p:sp>
        <p:nvSpPr>
          <p:cNvPr id="41" name="Shape 26"/>
          <p:cNvSpPr/>
          <p:nvPr/>
        </p:nvSpPr>
        <p:spPr>
          <a:xfrm>
            <a:off x="3208172" y="2346350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42" name="Text 27"/>
          <p:cNvSpPr/>
          <p:nvPr/>
        </p:nvSpPr>
        <p:spPr>
          <a:xfrm>
            <a:off x="3208172" y="2342693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  <p:pic>
        <p:nvPicPr>
          <p:cNvPr id="43" name="Image 13" descr="sweat_thumbs/t_014.jp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82923" y="2346350"/>
            <a:ext cx="901598" cy="901598"/>
          </a:xfrm>
          <a:prstGeom prst="rect">
            <a:avLst/>
          </a:prstGeom>
        </p:spPr>
      </p:pic>
      <p:sp>
        <p:nvSpPr>
          <p:cNvPr id="44" name="Shape 28"/>
          <p:cNvSpPr/>
          <p:nvPr/>
        </p:nvSpPr>
        <p:spPr>
          <a:xfrm>
            <a:off x="4182923" y="2346350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45" name="Text 29"/>
          <p:cNvSpPr/>
          <p:nvPr/>
        </p:nvSpPr>
        <p:spPr>
          <a:xfrm>
            <a:off x="4182923" y="2342693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00" dirty="0"/>
          </a:p>
        </p:txBody>
      </p:sp>
      <p:pic>
        <p:nvPicPr>
          <p:cNvPr id="46" name="Image 14" descr="sweat_thumbs/t_015.jp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57673" y="2346350"/>
            <a:ext cx="901598" cy="901598"/>
          </a:xfrm>
          <a:prstGeom prst="rect">
            <a:avLst/>
          </a:prstGeom>
        </p:spPr>
      </p:pic>
      <p:sp>
        <p:nvSpPr>
          <p:cNvPr id="47" name="Shape 30"/>
          <p:cNvSpPr/>
          <p:nvPr/>
        </p:nvSpPr>
        <p:spPr>
          <a:xfrm>
            <a:off x="5157673" y="2346350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48" name="Text 31"/>
          <p:cNvSpPr/>
          <p:nvPr/>
        </p:nvSpPr>
        <p:spPr>
          <a:xfrm>
            <a:off x="5157673" y="2342693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900" dirty="0"/>
          </a:p>
        </p:txBody>
      </p:sp>
      <p:pic>
        <p:nvPicPr>
          <p:cNvPr id="49" name="Image 15" descr="sweat_thumbs/t_016.jp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32424" y="2346350"/>
            <a:ext cx="901598" cy="901598"/>
          </a:xfrm>
          <a:prstGeom prst="rect">
            <a:avLst/>
          </a:prstGeom>
        </p:spPr>
      </p:pic>
      <p:sp>
        <p:nvSpPr>
          <p:cNvPr id="50" name="Shape 32"/>
          <p:cNvSpPr/>
          <p:nvPr/>
        </p:nvSpPr>
        <p:spPr>
          <a:xfrm>
            <a:off x="6132424" y="2346350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51" name="Text 33"/>
          <p:cNvSpPr/>
          <p:nvPr/>
        </p:nvSpPr>
        <p:spPr>
          <a:xfrm>
            <a:off x="6132424" y="2342693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900" dirty="0"/>
          </a:p>
        </p:txBody>
      </p:sp>
      <p:pic>
        <p:nvPicPr>
          <p:cNvPr id="52" name="Image 16" descr="sweat_thumbs/t_017.jp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07174" y="2346350"/>
            <a:ext cx="901598" cy="901598"/>
          </a:xfrm>
          <a:prstGeom prst="rect">
            <a:avLst/>
          </a:prstGeom>
        </p:spPr>
      </p:pic>
      <p:sp>
        <p:nvSpPr>
          <p:cNvPr id="53" name="Shape 34"/>
          <p:cNvSpPr/>
          <p:nvPr/>
        </p:nvSpPr>
        <p:spPr>
          <a:xfrm>
            <a:off x="7107174" y="2346350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54" name="Text 35"/>
          <p:cNvSpPr/>
          <p:nvPr/>
        </p:nvSpPr>
        <p:spPr>
          <a:xfrm>
            <a:off x="7107174" y="2342693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900" dirty="0"/>
          </a:p>
        </p:txBody>
      </p:sp>
      <p:pic>
        <p:nvPicPr>
          <p:cNvPr id="55" name="Image 17" descr="sweat_thumbs/t_018.jp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81924" y="2346350"/>
            <a:ext cx="901598" cy="901598"/>
          </a:xfrm>
          <a:prstGeom prst="rect">
            <a:avLst/>
          </a:prstGeom>
        </p:spPr>
      </p:pic>
      <p:sp>
        <p:nvSpPr>
          <p:cNvPr id="56" name="Shape 36"/>
          <p:cNvSpPr/>
          <p:nvPr/>
        </p:nvSpPr>
        <p:spPr>
          <a:xfrm>
            <a:off x="8081924" y="2346350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57" name="Text 37"/>
          <p:cNvSpPr/>
          <p:nvPr/>
        </p:nvSpPr>
        <p:spPr>
          <a:xfrm>
            <a:off x="8081924" y="2342693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900" dirty="0"/>
          </a:p>
        </p:txBody>
      </p:sp>
      <p:pic>
        <p:nvPicPr>
          <p:cNvPr id="58" name="Image 18" descr="sweat_thumbs/t_019.jp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056675" y="2346350"/>
            <a:ext cx="901598" cy="901598"/>
          </a:xfrm>
          <a:prstGeom prst="rect">
            <a:avLst/>
          </a:prstGeom>
        </p:spPr>
      </p:pic>
      <p:sp>
        <p:nvSpPr>
          <p:cNvPr id="59" name="Shape 38"/>
          <p:cNvSpPr/>
          <p:nvPr/>
        </p:nvSpPr>
        <p:spPr>
          <a:xfrm>
            <a:off x="9056675" y="2346350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60" name="Text 39"/>
          <p:cNvSpPr/>
          <p:nvPr/>
        </p:nvSpPr>
        <p:spPr>
          <a:xfrm>
            <a:off x="9056675" y="2342693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900" dirty="0"/>
          </a:p>
        </p:txBody>
      </p:sp>
      <p:pic>
        <p:nvPicPr>
          <p:cNvPr id="61" name="Image 19" descr="sweat_thumbs/t_020.jp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031425" y="2346350"/>
            <a:ext cx="901598" cy="901598"/>
          </a:xfrm>
          <a:prstGeom prst="rect">
            <a:avLst/>
          </a:prstGeom>
        </p:spPr>
      </p:pic>
      <p:sp>
        <p:nvSpPr>
          <p:cNvPr id="62" name="Shape 40"/>
          <p:cNvSpPr/>
          <p:nvPr/>
        </p:nvSpPr>
        <p:spPr>
          <a:xfrm>
            <a:off x="10031425" y="2346350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63" name="Text 41"/>
          <p:cNvSpPr/>
          <p:nvPr/>
        </p:nvSpPr>
        <p:spPr>
          <a:xfrm>
            <a:off x="10031425" y="2342693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900" dirty="0"/>
          </a:p>
        </p:txBody>
      </p:sp>
      <p:pic>
        <p:nvPicPr>
          <p:cNvPr id="64" name="Image 20" descr="sweat_thumbs/t_021.jp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258672" y="3321101"/>
            <a:ext cx="901598" cy="901598"/>
          </a:xfrm>
          <a:prstGeom prst="rect">
            <a:avLst/>
          </a:prstGeom>
        </p:spPr>
      </p:pic>
      <p:sp>
        <p:nvSpPr>
          <p:cNvPr id="65" name="Shape 42"/>
          <p:cNvSpPr/>
          <p:nvPr/>
        </p:nvSpPr>
        <p:spPr>
          <a:xfrm>
            <a:off x="1258672" y="3321101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66" name="Text 43"/>
          <p:cNvSpPr/>
          <p:nvPr/>
        </p:nvSpPr>
        <p:spPr>
          <a:xfrm>
            <a:off x="1258672" y="3317443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900" dirty="0"/>
          </a:p>
        </p:txBody>
      </p:sp>
      <p:pic>
        <p:nvPicPr>
          <p:cNvPr id="67" name="Image 21" descr="sweat_thumbs/t_022.jp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233422" y="3321101"/>
            <a:ext cx="901598" cy="901598"/>
          </a:xfrm>
          <a:prstGeom prst="rect">
            <a:avLst/>
          </a:prstGeom>
        </p:spPr>
      </p:pic>
      <p:sp>
        <p:nvSpPr>
          <p:cNvPr id="68" name="Shape 44"/>
          <p:cNvSpPr/>
          <p:nvPr/>
        </p:nvSpPr>
        <p:spPr>
          <a:xfrm>
            <a:off x="2233422" y="3321101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69" name="Text 45"/>
          <p:cNvSpPr/>
          <p:nvPr/>
        </p:nvSpPr>
        <p:spPr>
          <a:xfrm>
            <a:off x="2233422" y="3317443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900" dirty="0"/>
          </a:p>
        </p:txBody>
      </p:sp>
      <p:pic>
        <p:nvPicPr>
          <p:cNvPr id="70" name="Image 22" descr="sweat_thumbs/t_023.jp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208172" y="3321101"/>
            <a:ext cx="901598" cy="901598"/>
          </a:xfrm>
          <a:prstGeom prst="rect">
            <a:avLst/>
          </a:prstGeom>
        </p:spPr>
      </p:pic>
      <p:sp>
        <p:nvSpPr>
          <p:cNvPr id="71" name="Shape 46"/>
          <p:cNvSpPr/>
          <p:nvPr/>
        </p:nvSpPr>
        <p:spPr>
          <a:xfrm>
            <a:off x="3208172" y="3321101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72" name="Text 47"/>
          <p:cNvSpPr/>
          <p:nvPr/>
        </p:nvSpPr>
        <p:spPr>
          <a:xfrm>
            <a:off x="3208172" y="3317443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900" dirty="0"/>
          </a:p>
        </p:txBody>
      </p:sp>
      <p:pic>
        <p:nvPicPr>
          <p:cNvPr id="73" name="Image 23" descr="sweat_thumbs/t_024.jp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182923" y="3321101"/>
            <a:ext cx="901598" cy="901598"/>
          </a:xfrm>
          <a:prstGeom prst="rect">
            <a:avLst/>
          </a:prstGeom>
        </p:spPr>
      </p:pic>
      <p:sp>
        <p:nvSpPr>
          <p:cNvPr id="74" name="Shape 48"/>
          <p:cNvSpPr/>
          <p:nvPr/>
        </p:nvSpPr>
        <p:spPr>
          <a:xfrm>
            <a:off x="4182923" y="3321101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75" name="Text 49"/>
          <p:cNvSpPr/>
          <p:nvPr/>
        </p:nvSpPr>
        <p:spPr>
          <a:xfrm>
            <a:off x="4182923" y="3317443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900" dirty="0"/>
          </a:p>
        </p:txBody>
      </p:sp>
      <p:pic>
        <p:nvPicPr>
          <p:cNvPr id="76" name="Image 24" descr="sweat_thumbs/t_025.jp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157673" y="3321101"/>
            <a:ext cx="901598" cy="901598"/>
          </a:xfrm>
          <a:prstGeom prst="rect">
            <a:avLst/>
          </a:prstGeom>
        </p:spPr>
      </p:pic>
      <p:sp>
        <p:nvSpPr>
          <p:cNvPr id="77" name="Shape 50"/>
          <p:cNvSpPr/>
          <p:nvPr/>
        </p:nvSpPr>
        <p:spPr>
          <a:xfrm>
            <a:off x="5157673" y="3321101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78" name="Text 51"/>
          <p:cNvSpPr/>
          <p:nvPr/>
        </p:nvSpPr>
        <p:spPr>
          <a:xfrm>
            <a:off x="5157673" y="3317443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900" dirty="0"/>
          </a:p>
        </p:txBody>
      </p:sp>
      <p:pic>
        <p:nvPicPr>
          <p:cNvPr id="79" name="Image 25" descr="sweat_thumbs/t_026.jp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132424" y="3321101"/>
            <a:ext cx="901598" cy="901598"/>
          </a:xfrm>
          <a:prstGeom prst="rect">
            <a:avLst/>
          </a:prstGeom>
        </p:spPr>
      </p:pic>
      <p:sp>
        <p:nvSpPr>
          <p:cNvPr id="80" name="Shape 52"/>
          <p:cNvSpPr/>
          <p:nvPr/>
        </p:nvSpPr>
        <p:spPr>
          <a:xfrm>
            <a:off x="6132424" y="3321101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81" name="Text 53"/>
          <p:cNvSpPr/>
          <p:nvPr/>
        </p:nvSpPr>
        <p:spPr>
          <a:xfrm>
            <a:off x="6132424" y="3317443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endParaRPr lang="en-US" sz="900" dirty="0"/>
          </a:p>
        </p:txBody>
      </p:sp>
      <p:pic>
        <p:nvPicPr>
          <p:cNvPr id="82" name="Image 26" descr="sweat_thumbs/t_027.jp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107174" y="3321101"/>
            <a:ext cx="901598" cy="901598"/>
          </a:xfrm>
          <a:prstGeom prst="rect">
            <a:avLst/>
          </a:prstGeom>
        </p:spPr>
      </p:pic>
      <p:sp>
        <p:nvSpPr>
          <p:cNvPr id="83" name="Shape 54"/>
          <p:cNvSpPr/>
          <p:nvPr/>
        </p:nvSpPr>
        <p:spPr>
          <a:xfrm>
            <a:off x="7107174" y="3321101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84" name="Text 55"/>
          <p:cNvSpPr/>
          <p:nvPr/>
        </p:nvSpPr>
        <p:spPr>
          <a:xfrm>
            <a:off x="7107174" y="3317443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</a:t>
            </a:r>
            <a:endParaRPr lang="en-US" sz="900" dirty="0"/>
          </a:p>
        </p:txBody>
      </p:sp>
      <p:pic>
        <p:nvPicPr>
          <p:cNvPr id="85" name="Image 27" descr="sweat_thumbs/t_028.jp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081924" y="3321101"/>
            <a:ext cx="901598" cy="901598"/>
          </a:xfrm>
          <a:prstGeom prst="rect">
            <a:avLst/>
          </a:prstGeom>
        </p:spPr>
      </p:pic>
      <p:sp>
        <p:nvSpPr>
          <p:cNvPr id="86" name="Shape 56"/>
          <p:cNvSpPr/>
          <p:nvPr/>
        </p:nvSpPr>
        <p:spPr>
          <a:xfrm>
            <a:off x="8081924" y="3321101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87" name="Text 57"/>
          <p:cNvSpPr/>
          <p:nvPr/>
        </p:nvSpPr>
        <p:spPr>
          <a:xfrm>
            <a:off x="8081924" y="3317443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</a:t>
            </a:r>
            <a:endParaRPr lang="en-US" sz="900" dirty="0"/>
          </a:p>
        </p:txBody>
      </p:sp>
      <p:pic>
        <p:nvPicPr>
          <p:cNvPr id="88" name="Image 28" descr="sweat_thumbs/t_029.jp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056675" y="3321101"/>
            <a:ext cx="901598" cy="901598"/>
          </a:xfrm>
          <a:prstGeom prst="rect">
            <a:avLst/>
          </a:prstGeom>
        </p:spPr>
      </p:pic>
      <p:sp>
        <p:nvSpPr>
          <p:cNvPr id="89" name="Shape 58"/>
          <p:cNvSpPr/>
          <p:nvPr/>
        </p:nvSpPr>
        <p:spPr>
          <a:xfrm>
            <a:off x="9056675" y="3321101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90" name="Text 59"/>
          <p:cNvSpPr/>
          <p:nvPr/>
        </p:nvSpPr>
        <p:spPr>
          <a:xfrm>
            <a:off x="9056675" y="3317443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</a:t>
            </a:r>
            <a:endParaRPr lang="en-US" sz="900" dirty="0"/>
          </a:p>
        </p:txBody>
      </p:sp>
      <p:pic>
        <p:nvPicPr>
          <p:cNvPr id="91" name="Image 29" descr="sweat_thumbs/t_030.jp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031425" y="3321101"/>
            <a:ext cx="901598" cy="901598"/>
          </a:xfrm>
          <a:prstGeom prst="rect">
            <a:avLst/>
          </a:prstGeom>
        </p:spPr>
      </p:pic>
      <p:sp>
        <p:nvSpPr>
          <p:cNvPr id="92" name="Shape 60"/>
          <p:cNvSpPr/>
          <p:nvPr/>
        </p:nvSpPr>
        <p:spPr>
          <a:xfrm>
            <a:off x="10031425" y="3321101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93" name="Text 61"/>
          <p:cNvSpPr/>
          <p:nvPr/>
        </p:nvSpPr>
        <p:spPr>
          <a:xfrm>
            <a:off x="10031425" y="3317443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</a:t>
            </a:r>
            <a:endParaRPr lang="en-US" sz="900" dirty="0"/>
          </a:p>
        </p:txBody>
      </p:sp>
      <p:pic>
        <p:nvPicPr>
          <p:cNvPr id="94" name="Image 30" descr="sweat_thumbs/t_031.jp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258672" y="4295851"/>
            <a:ext cx="901598" cy="901598"/>
          </a:xfrm>
          <a:prstGeom prst="rect">
            <a:avLst/>
          </a:prstGeom>
        </p:spPr>
      </p:pic>
      <p:sp>
        <p:nvSpPr>
          <p:cNvPr id="95" name="Shape 62"/>
          <p:cNvSpPr/>
          <p:nvPr/>
        </p:nvSpPr>
        <p:spPr>
          <a:xfrm>
            <a:off x="1258672" y="4295851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96" name="Text 63"/>
          <p:cNvSpPr/>
          <p:nvPr/>
        </p:nvSpPr>
        <p:spPr>
          <a:xfrm>
            <a:off x="1258672" y="429219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</a:t>
            </a:r>
            <a:endParaRPr lang="en-US" sz="900" dirty="0"/>
          </a:p>
        </p:txBody>
      </p:sp>
      <p:pic>
        <p:nvPicPr>
          <p:cNvPr id="97" name="Image 31" descr="sweat_thumbs/t_032.jp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233422" y="4295851"/>
            <a:ext cx="901598" cy="901598"/>
          </a:xfrm>
          <a:prstGeom prst="rect">
            <a:avLst/>
          </a:prstGeom>
        </p:spPr>
      </p:pic>
      <p:sp>
        <p:nvSpPr>
          <p:cNvPr id="98" name="Shape 64"/>
          <p:cNvSpPr/>
          <p:nvPr/>
        </p:nvSpPr>
        <p:spPr>
          <a:xfrm>
            <a:off x="2233422" y="4295851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99" name="Text 65"/>
          <p:cNvSpPr/>
          <p:nvPr/>
        </p:nvSpPr>
        <p:spPr>
          <a:xfrm>
            <a:off x="2233422" y="429219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900" dirty="0"/>
          </a:p>
        </p:txBody>
      </p:sp>
      <p:pic>
        <p:nvPicPr>
          <p:cNvPr id="100" name="Image 32" descr="sweat_thumbs/t_033.jp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208172" y="4295851"/>
            <a:ext cx="901598" cy="901598"/>
          </a:xfrm>
          <a:prstGeom prst="rect">
            <a:avLst/>
          </a:prstGeom>
        </p:spPr>
      </p:pic>
      <p:sp>
        <p:nvSpPr>
          <p:cNvPr id="101" name="Shape 66"/>
          <p:cNvSpPr/>
          <p:nvPr/>
        </p:nvSpPr>
        <p:spPr>
          <a:xfrm>
            <a:off x="3208172" y="4295851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102" name="Text 67"/>
          <p:cNvSpPr/>
          <p:nvPr/>
        </p:nvSpPr>
        <p:spPr>
          <a:xfrm>
            <a:off x="3208172" y="429219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</a:t>
            </a:r>
            <a:endParaRPr lang="en-US" sz="900" dirty="0"/>
          </a:p>
        </p:txBody>
      </p:sp>
      <p:pic>
        <p:nvPicPr>
          <p:cNvPr id="103" name="Image 33" descr="sweat_thumbs/t_034.jp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182923" y="4295851"/>
            <a:ext cx="901598" cy="901598"/>
          </a:xfrm>
          <a:prstGeom prst="rect">
            <a:avLst/>
          </a:prstGeom>
        </p:spPr>
      </p:pic>
      <p:sp>
        <p:nvSpPr>
          <p:cNvPr id="104" name="Shape 68"/>
          <p:cNvSpPr/>
          <p:nvPr/>
        </p:nvSpPr>
        <p:spPr>
          <a:xfrm>
            <a:off x="4182923" y="4295851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105" name="Text 69"/>
          <p:cNvSpPr/>
          <p:nvPr/>
        </p:nvSpPr>
        <p:spPr>
          <a:xfrm>
            <a:off x="4182923" y="429219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</a:t>
            </a:r>
            <a:endParaRPr lang="en-US" sz="900" dirty="0"/>
          </a:p>
        </p:txBody>
      </p:sp>
      <p:pic>
        <p:nvPicPr>
          <p:cNvPr id="106" name="Image 34" descr="sweat_thumbs/t_035.jp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157673" y="4295851"/>
            <a:ext cx="901598" cy="901598"/>
          </a:xfrm>
          <a:prstGeom prst="rect">
            <a:avLst/>
          </a:prstGeom>
        </p:spPr>
      </p:pic>
      <p:sp>
        <p:nvSpPr>
          <p:cNvPr id="107" name="Shape 70"/>
          <p:cNvSpPr/>
          <p:nvPr/>
        </p:nvSpPr>
        <p:spPr>
          <a:xfrm>
            <a:off x="5157673" y="4295851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108" name="Text 71"/>
          <p:cNvSpPr/>
          <p:nvPr/>
        </p:nvSpPr>
        <p:spPr>
          <a:xfrm>
            <a:off x="5157673" y="429219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</a:t>
            </a:r>
            <a:endParaRPr lang="en-US" sz="900" dirty="0"/>
          </a:p>
        </p:txBody>
      </p:sp>
      <p:pic>
        <p:nvPicPr>
          <p:cNvPr id="109" name="Image 35" descr="sweat_thumbs/t_036.jp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132424" y="4295851"/>
            <a:ext cx="901598" cy="901598"/>
          </a:xfrm>
          <a:prstGeom prst="rect">
            <a:avLst/>
          </a:prstGeom>
        </p:spPr>
      </p:pic>
      <p:sp>
        <p:nvSpPr>
          <p:cNvPr id="110" name="Shape 72"/>
          <p:cNvSpPr/>
          <p:nvPr/>
        </p:nvSpPr>
        <p:spPr>
          <a:xfrm>
            <a:off x="6132424" y="4295851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111" name="Text 73"/>
          <p:cNvSpPr/>
          <p:nvPr/>
        </p:nvSpPr>
        <p:spPr>
          <a:xfrm>
            <a:off x="6132424" y="429219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</a:t>
            </a:r>
            <a:endParaRPr lang="en-US" sz="900" dirty="0"/>
          </a:p>
        </p:txBody>
      </p:sp>
      <p:pic>
        <p:nvPicPr>
          <p:cNvPr id="112" name="Image 36" descr="sweat_thumbs/t_037.jp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107174" y="4295851"/>
            <a:ext cx="901598" cy="901598"/>
          </a:xfrm>
          <a:prstGeom prst="rect">
            <a:avLst/>
          </a:prstGeom>
        </p:spPr>
      </p:pic>
      <p:sp>
        <p:nvSpPr>
          <p:cNvPr id="113" name="Shape 74"/>
          <p:cNvSpPr/>
          <p:nvPr/>
        </p:nvSpPr>
        <p:spPr>
          <a:xfrm>
            <a:off x="7107174" y="4295851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114" name="Text 75"/>
          <p:cNvSpPr/>
          <p:nvPr/>
        </p:nvSpPr>
        <p:spPr>
          <a:xfrm>
            <a:off x="7107174" y="429219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</a:t>
            </a:r>
            <a:endParaRPr lang="en-US" sz="900" dirty="0"/>
          </a:p>
        </p:txBody>
      </p:sp>
      <p:pic>
        <p:nvPicPr>
          <p:cNvPr id="115" name="Image 37" descr="sweat_thumbs/t_038.jp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081924" y="4295851"/>
            <a:ext cx="901598" cy="901598"/>
          </a:xfrm>
          <a:prstGeom prst="rect">
            <a:avLst/>
          </a:prstGeom>
        </p:spPr>
      </p:pic>
      <p:sp>
        <p:nvSpPr>
          <p:cNvPr id="116" name="Shape 76"/>
          <p:cNvSpPr/>
          <p:nvPr/>
        </p:nvSpPr>
        <p:spPr>
          <a:xfrm>
            <a:off x="8081924" y="4295851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117" name="Text 77"/>
          <p:cNvSpPr/>
          <p:nvPr/>
        </p:nvSpPr>
        <p:spPr>
          <a:xfrm>
            <a:off x="8081924" y="429219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</a:t>
            </a:r>
            <a:endParaRPr lang="en-US" sz="900" dirty="0"/>
          </a:p>
        </p:txBody>
      </p:sp>
      <p:pic>
        <p:nvPicPr>
          <p:cNvPr id="118" name="Image 38" descr="sweat_thumbs/t_039.jp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9056675" y="4295851"/>
            <a:ext cx="901598" cy="901598"/>
          </a:xfrm>
          <a:prstGeom prst="rect">
            <a:avLst/>
          </a:prstGeom>
        </p:spPr>
      </p:pic>
      <p:sp>
        <p:nvSpPr>
          <p:cNvPr id="119" name="Shape 78"/>
          <p:cNvSpPr/>
          <p:nvPr/>
        </p:nvSpPr>
        <p:spPr>
          <a:xfrm>
            <a:off x="9056675" y="4295851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120" name="Text 79"/>
          <p:cNvSpPr/>
          <p:nvPr/>
        </p:nvSpPr>
        <p:spPr>
          <a:xfrm>
            <a:off x="9056675" y="429219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</a:t>
            </a:r>
            <a:endParaRPr lang="en-US" sz="900" dirty="0"/>
          </a:p>
        </p:txBody>
      </p:sp>
      <p:pic>
        <p:nvPicPr>
          <p:cNvPr id="121" name="Image 39" descr="sweat_thumbs/t_040.jp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0031425" y="4295851"/>
            <a:ext cx="901598" cy="901598"/>
          </a:xfrm>
          <a:prstGeom prst="rect">
            <a:avLst/>
          </a:prstGeom>
        </p:spPr>
      </p:pic>
      <p:sp>
        <p:nvSpPr>
          <p:cNvPr id="122" name="Shape 80"/>
          <p:cNvSpPr/>
          <p:nvPr/>
        </p:nvSpPr>
        <p:spPr>
          <a:xfrm>
            <a:off x="10031425" y="4295851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123" name="Text 81"/>
          <p:cNvSpPr/>
          <p:nvPr/>
        </p:nvSpPr>
        <p:spPr>
          <a:xfrm>
            <a:off x="10031425" y="429219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</a:t>
            </a:r>
            <a:endParaRPr lang="en-US" sz="900" dirty="0"/>
          </a:p>
        </p:txBody>
      </p:sp>
      <p:pic>
        <p:nvPicPr>
          <p:cNvPr id="124" name="Image 40" descr="sweat_thumbs/t_041.jp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258672" y="5270602"/>
            <a:ext cx="901598" cy="901598"/>
          </a:xfrm>
          <a:prstGeom prst="rect">
            <a:avLst/>
          </a:prstGeom>
        </p:spPr>
      </p:pic>
      <p:sp>
        <p:nvSpPr>
          <p:cNvPr id="125" name="Shape 82"/>
          <p:cNvSpPr/>
          <p:nvPr/>
        </p:nvSpPr>
        <p:spPr>
          <a:xfrm>
            <a:off x="1258672" y="5270602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126" name="Text 83"/>
          <p:cNvSpPr/>
          <p:nvPr/>
        </p:nvSpPr>
        <p:spPr>
          <a:xfrm>
            <a:off x="1258672" y="526694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</a:t>
            </a:r>
            <a:endParaRPr lang="en-US" sz="900" dirty="0"/>
          </a:p>
        </p:txBody>
      </p:sp>
      <p:pic>
        <p:nvPicPr>
          <p:cNvPr id="127" name="Image 41" descr="sweat_thumbs/t_042.jp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2233422" y="5270602"/>
            <a:ext cx="901598" cy="901598"/>
          </a:xfrm>
          <a:prstGeom prst="rect">
            <a:avLst/>
          </a:prstGeom>
        </p:spPr>
      </p:pic>
      <p:sp>
        <p:nvSpPr>
          <p:cNvPr id="128" name="Shape 84"/>
          <p:cNvSpPr/>
          <p:nvPr/>
        </p:nvSpPr>
        <p:spPr>
          <a:xfrm>
            <a:off x="2233422" y="5270602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129" name="Text 85"/>
          <p:cNvSpPr/>
          <p:nvPr/>
        </p:nvSpPr>
        <p:spPr>
          <a:xfrm>
            <a:off x="2233422" y="526694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</a:t>
            </a:r>
            <a:endParaRPr lang="en-US" sz="900" dirty="0"/>
          </a:p>
        </p:txBody>
      </p:sp>
      <p:pic>
        <p:nvPicPr>
          <p:cNvPr id="130" name="Image 42" descr="sweat_thumbs/t_043.jp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208172" y="5270602"/>
            <a:ext cx="901598" cy="901598"/>
          </a:xfrm>
          <a:prstGeom prst="rect">
            <a:avLst/>
          </a:prstGeom>
        </p:spPr>
      </p:pic>
      <p:sp>
        <p:nvSpPr>
          <p:cNvPr id="131" name="Shape 86"/>
          <p:cNvSpPr/>
          <p:nvPr/>
        </p:nvSpPr>
        <p:spPr>
          <a:xfrm>
            <a:off x="3208172" y="5270602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132" name="Text 87"/>
          <p:cNvSpPr/>
          <p:nvPr/>
        </p:nvSpPr>
        <p:spPr>
          <a:xfrm>
            <a:off x="3208172" y="526694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</a:t>
            </a:r>
            <a:endParaRPr lang="en-US" sz="900" dirty="0"/>
          </a:p>
        </p:txBody>
      </p:sp>
      <p:pic>
        <p:nvPicPr>
          <p:cNvPr id="133" name="Image 43" descr="sweat_thumbs/t_044.jp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182923" y="5270602"/>
            <a:ext cx="901598" cy="901598"/>
          </a:xfrm>
          <a:prstGeom prst="rect">
            <a:avLst/>
          </a:prstGeom>
        </p:spPr>
      </p:pic>
      <p:sp>
        <p:nvSpPr>
          <p:cNvPr id="134" name="Shape 88"/>
          <p:cNvSpPr/>
          <p:nvPr/>
        </p:nvSpPr>
        <p:spPr>
          <a:xfrm>
            <a:off x="4182923" y="5270602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135" name="Text 89"/>
          <p:cNvSpPr/>
          <p:nvPr/>
        </p:nvSpPr>
        <p:spPr>
          <a:xfrm>
            <a:off x="4182923" y="526694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</a:t>
            </a:r>
            <a:endParaRPr lang="en-US" sz="900" dirty="0"/>
          </a:p>
        </p:txBody>
      </p:sp>
      <p:pic>
        <p:nvPicPr>
          <p:cNvPr id="136" name="Image 44" descr="sweat_thumbs/t_045.jp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5157673" y="5270602"/>
            <a:ext cx="901598" cy="901598"/>
          </a:xfrm>
          <a:prstGeom prst="rect">
            <a:avLst/>
          </a:prstGeom>
        </p:spPr>
      </p:pic>
      <p:sp>
        <p:nvSpPr>
          <p:cNvPr id="137" name="Shape 90"/>
          <p:cNvSpPr/>
          <p:nvPr/>
        </p:nvSpPr>
        <p:spPr>
          <a:xfrm>
            <a:off x="5157673" y="5270602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138" name="Text 91"/>
          <p:cNvSpPr/>
          <p:nvPr/>
        </p:nvSpPr>
        <p:spPr>
          <a:xfrm>
            <a:off x="5157673" y="526694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</a:t>
            </a:r>
            <a:endParaRPr lang="en-US" sz="900" dirty="0"/>
          </a:p>
        </p:txBody>
      </p:sp>
      <p:pic>
        <p:nvPicPr>
          <p:cNvPr id="139" name="Image 45" descr="sweat_thumbs/t_046.jp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6132424" y="5270602"/>
            <a:ext cx="901598" cy="901598"/>
          </a:xfrm>
          <a:prstGeom prst="rect">
            <a:avLst/>
          </a:prstGeom>
        </p:spPr>
      </p:pic>
      <p:sp>
        <p:nvSpPr>
          <p:cNvPr id="140" name="Shape 92"/>
          <p:cNvSpPr/>
          <p:nvPr/>
        </p:nvSpPr>
        <p:spPr>
          <a:xfrm>
            <a:off x="6132424" y="5270602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141" name="Text 93"/>
          <p:cNvSpPr/>
          <p:nvPr/>
        </p:nvSpPr>
        <p:spPr>
          <a:xfrm>
            <a:off x="6132424" y="526694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</a:t>
            </a:r>
            <a:endParaRPr lang="en-US" sz="900" dirty="0"/>
          </a:p>
        </p:txBody>
      </p:sp>
      <p:pic>
        <p:nvPicPr>
          <p:cNvPr id="142" name="Image 46" descr="sweat_thumbs/t_047.jp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7107174" y="5270602"/>
            <a:ext cx="901598" cy="901598"/>
          </a:xfrm>
          <a:prstGeom prst="rect">
            <a:avLst/>
          </a:prstGeom>
        </p:spPr>
      </p:pic>
      <p:sp>
        <p:nvSpPr>
          <p:cNvPr id="143" name="Shape 94"/>
          <p:cNvSpPr/>
          <p:nvPr/>
        </p:nvSpPr>
        <p:spPr>
          <a:xfrm>
            <a:off x="7107174" y="5270602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144" name="Text 95"/>
          <p:cNvSpPr/>
          <p:nvPr/>
        </p:nvSpPr>
        <p:spPr>
          <a:xfrm>
            <a:off x="7107174" y="526694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</a:t>
            </a:r>
            <a:endParaRPr lang="en-US" sz="900" dirty="0"/>
          </a:p>
        </p:txBody>
      </p:sp>
      <p:pic>
        <p:nvPicPr>
          <p:cNvPr id="145" name="Image 47" descr="sweat_thumbs/t_048.jp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8081924" y="5270602"/>
            <a:ext cx="901598" cy="901598"/>
          </a:xfrm>
          <a:prstGeom prst="rect">
            <a:avLst/>
          </a:prstGeom>
        </p:spPr>
      </p:pic>
      <p:sp>
        <p:nvSpPr>
          <p:cNvPr id="146" name="Shape 96"/>
          <p:cNvSpPr/>
          <p:nvPr/>
        </p:nvSpPr>
        <p:spPr>
          <a:xfrm>
            <a:off x="8081924" y="5270602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147" name="Text 97"/>
          <p:cNvSpPr/>
          <p:nvPr/>
        </p:nvSpPr>
        <p:spPr>
          <a:xfrm>
            <a:off x="8081924" y="526694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</a:t>
            </a:r>
            <a:endParaRPr lang="en-US" sz="900" dirty="0"/>
          </a:p>
        </p:txBody>
      </p:sp>
      <p:pic>
        <p:nvPicPr>
          <p:cNvPr id="148" name="Image 48" descr="sweat_thumbs/t_049.jp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9056675" y="5270602"/>
            <a:ext cx="901598" cy="901598"/>
          </a:xfrm>
          <a:prstGeom prst="rect">
            <a:avLst/>
          </a:prstGeom>
        </p:spPr>
      </p:pic>
      <p:sp>
        <p:nvSpPr>
          <p:cNvPr id="149" name="Shape 98"/>
          <p:cNvSpPr/>
          <p:nvPr/>
        </p:nvSpPr>
        <p:spPr>
          <a:xfrm>
            <a:off x="9056675" y="5270602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150" name="Text 99"/>
          <p:cNvSpPr/>
          <p:nvPr/>
        </p:nvSpPr>
        <p:spPr>
          <a:xfrm>
            <a:off x="9056675" y="526694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49</a:t>
            </a:r>
            <a:endParaRPr lang="en-US" sz="900" dirty="0"/>
          </a:p>
        </p:txBody>
      </p:sp>
      <p:pic>
        <p:nvPicPr>
          <p:cNvPr id="151" name="Image 49" descr="sweat_thumbs/t_050.jp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10031425" y="5270602"/>
            <a:ext cx="901598" cy="901598"/>
          </a:xfrm>
          <a:prstGeom prst="rect">
            <a:avLst/>
          </a:prstGeom>
        </p:spPr>
      </p:pic>
      <p:sp>
        <p:nvSpPr>
          <p:cNvPr id="152" name="Shape 100"/>
          <p:cNvSpPr/>
          <p:nvPr/>
        </p:nvSpPr>
        <p:spPr>
          <a:xfrm>
            <a:off x="10031425" y="5270602"/>
            <a:ext cx="292608" cy="201168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153" name="Text 101"/>
          <p:cNvSpPr/>
          <p:nvPr/>
        </p:nvSpPr>
        <p:spPr>
          <a:xfrm>
            <a:off x="10031425" y="526694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</a:t>
            </a:r>
            <a:endParaRPr lang="en-US" sz="900" dirty="0"/>
          </a:p>
        </p:txBody>
      </p:sp>
      <p:sp>
        <p:nvSpPr>
          <p:cNvPr id="154" name="Text 102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 랭킹 1위(좌상단) → 50위. 가로 10개 × 세로 5줄.</a:t>
            </a:r>
            <a:endParaRPr lang="en-US" sz="1000" dirty="0"/>
          </a:p>
        </p:txBody>
      </p:sp>
      <p:sp>
        <p:nvSpPr>
          <p:cNvPr id="155" name="Text 103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PERSPECTIVE · 가격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가격대별 그룹핑 (Top 50)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37160" cy="137160"/>
          </a:xfrm>
          <a:prstGeom prst="rect">
            <a:avLst/>
          </a:prstGeom>
          <a:solidFill>
            <a:srgbClr val="C24A63"/>
          </a:solidFill>
          <a:ln/>
        </p:spPr>
      </p:sp>
      <p:sp>
        <p:nvSpPr>
          <p:cNvPr id="5" name="Text 3"/>
          <p:cNvSpPr/>
          <p:nvPr/>
        </p:nvSpPr>
        <p:spPr>
          <a:xfrm>
            <a:off x="667512" y="11704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 ¥1,999</a:t>
            </a:r>
            <a:pPr indent="0" marL="0">
              <a:buNone/>
            </a:pPr>
            <a:r>
              <a:rPr lang="en-US" sz="9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1개   ·   가성비존</a:t>
            </a:r>
            <a:endParaRPr lang="en-US" sz="1200" dirty="0"/>
          </a:p>
        </p:txBody>
      </p:sp>
      <p:pic>
        <p:nvPicPr>
          <p:cNvPr id="6" name="Image 0" descr="sweat_thumbs/t_05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81328"/>
            <a:ext cx="457200" cy="457200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457200" y="1481328"/>
            <a:ext cx="192024" cy="126736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477670"/>
            <a:ext cx="192024" cy="12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</a:t>
            </a:r>
            <a:endParaRPr lang="en-US" sz="650" dirty="0"/>
          </a:p>
        </p:txBody>
      </p:sp>
      <p:sp>
        <p:nvSpPr>
          <p:cNvPr id="9" name="Shape 6"/>
          <p:cNvSpPr/>
          <p:nvPr/>
        </p:nvSpPr>
        <p:spPr>
          <a:xfrm>
            <a:off x="457200" y="2066544"/>
            <a:ext cx="137160" cy="137160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10" name="Text 7"/>
          <p:cNvSpPr/>
          <p:nvPr/>
        </p:nvSpPr>
        <p:spPr>
          <a:xfrm>
            <a:off x="667512" y="20025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¥2,000~2,999</a:t>
            </a:r>
            <a:pPr indent="0" marL="0">
              <a:buNone/>
            </a:pPr>
            <a:r>
              <a:rPr lang="en-US" sz="9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7개</a:t>
            </a:r>
            <a:endParaRPr lang="en-US" sz="1200" dirty="0"/>
          </a:p>
        </p:txBody>
      </p:sp>
      <p:pic>
        <p:nvPicPr>
          <p:cNvPr id="11" name="Image 1" descr="sweat_thumbs/t_00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13432"/>
            <a:ext cx="457200" cy="457200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2" name="Shape 8"/>
          <p:cNvSpPr/>
          <p:nvPr/>
        </p:nvSpPr>
        <p:spPr>
          <a:xfrm>
            <a:off x="457200" y="2313432"/>
            <a:ext cx="192024" cy="126736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457200" y="2309774"/>
            <a:ext cx="192024" cy="12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650" dirty="0"/>
          </a:p>
        </p:txBody>
      </p:sp>
      <p:pic>
        <p:nvPicPr>
          <p:cNvPr id="14" name="Image 2" descr="sweat_thumbs/t_010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313432"/>
            <a:ext cx="457200" cy="457200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5" name="Shape 10"/>
          <p:cNvSpPr/>
          <p:nvPr/>
        </p:nvSpPr>
        <p:spPr>
          <a:xfrm>
            <a:off x="960120" y="2313432"/>
            <a:ext cx="192024" cy="126736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6" name="Text 11"/>
          <p:cNvSpPr/>
          <p:nvPr/>
        </p:nvSpPr>
        <p:spPr>
          <a:xfrm>
            <a:off x="960120" y="2309774"/>
            <a:ext cx="192024" cy="12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650" dirty="0"/>
          </a:p>
        </p:txBody>
      </p:sp>
      <p:pic>
        <p:nvPicPr>
          <p:cNvPr id="17" name="Image 3" descr="sweat_thumbs/t_018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040" y="2313432"/>
            <a:ext cx="457200" cy="457200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8" name="Shape 12"/>
          <p:cNvSpPr/>
          <p:nvPr/>
        </p:nvSpPr>
        <p:spPr>
          <a:xfrm>
            <a:off x="1463040" y="2313432"/>
            <a:ext cx="192024" cy="126736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9" name="Text 13"/>
          <p:cNvSpPr/>
          <p:nvPr/>
        </p:nvSpPr>
        <p:spPr>
          <a:xfrm>
            <a:off x="1463040" y="2309774"/>
            <a:ext cx="192024" cy="12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650" dirty="0"/>
          </a:p>
        </p:txBody>
      </p:sp>
      <p:pic>
        <p:nvPicPr>
          <p:cNvPr id="20" name="Image 4" descr="sweat_thumbs/t_023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5960" y="2313432"/>
            <a:ext cx="457200" cy="457200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21" name="Shape 14"/>
          <p:cNvSpPr/>
          <p:nvPr/>
        </p:nvSpPr>
        <p:spPr>
          <a:xfrm>
            <a:off x="1965960" y="2313432"/>
            <a:ext cx="192024" cy="126736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22" name="Text 15"/>
          <p:cNvSpPr/>
          <p:nvPr/>
        </p:nvSpPr>
        <p:spPr>
          <a:xfrm>
            <a:off x="1965960" y="2309774"/>
            <a:ext cx="192024" cy="12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650" dirty="0"/>
          </a:p>
        </p:txBody>
      </p:sp>
      <p:pic>
        <p:nvPicPr>
          <p:cNvPr id="23" name="Image 5" descr="sweat_thumbs/t_03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8880" y="2313432"/>
            <a:ext cx="457200" cy="457200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24" name="Shape 16"/>
          <p:cNvSpPr/>
          <p:nvPr/>
        </p:nvSpPr>
        <p:spPr>
          <a:xfrm>
            <a:off x="2468880" y="2313432"/>
            <a:ext cx="192024" cy="126736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25" name="Text 17"/>
          <p:cNvSpPr/>
          <p:nvPr/>
        </p:nvSpPr>
        <p:spPr>
          <a:xfrm>
            <a:off x="2468880" y="2309774"/>
            <a:ext cx="192024" cy="12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</a:t>
            </a:r>
            <a:endParaRPr lang="en-US" sz="650" dirty="0"/>
          </a:p>
        </p:txBody>
      </p:sp>
      <p:pic>
        <p:nvPicPr>
          <p:cNvPr id="26" name="Image 6" descr="sweat_thumbs/t_033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71800" y="2313432"/>
            <a:ext cx="457200" cy="457200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27" name="Shape 18"/>
          <p:cNvSpPr/>
          <p:nvPr/>
        </p:nvSpPr>
        <p:spPr>
          <a:xfrm>
            <a:off x="2971800" y="2313432"/>
            <a:ext cx="192024" cy="126736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28" name="Text 19"/>
          <p:cNvSpPr/>
          <p:nvPr/>
        </p:nvSpPr>
        <p:spPr>
          <a:xfrm>
            <a:off x="2971800" y="2309774"/>
            <a:ext cx="192024" cy="12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</a:t>
            </a:r>
            <a:endParaRPr lang="en-US" sz="650" dirty="0"/>
          </a:p>
        </p:txBody>
      </p:sp>
      <p:pic>
        <p:nvPicPr>
          <p:cNvPr id="29" name="Image 7" descr="sweat_thumbs/t_036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74720" y="2313432"/>
            <a:ext cx="457200" cy="457200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30" name="Shape 20"/>
          <p:cNvSpPr/>
          <p:nvPr/>
        </p:nvSpPr>
        <p:spPr>
          <a:xfrm>
            <a:off x="3474720" y="2313432"/>
            <a:ext cx="192024" cy="126736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31" name="Text 21"/>
          <p:cNvSpPr/>
          <p:nvPr/>
        </p:nvSpPr>
        <p:spPr>
          <a:xfrm>
            <a:off x="3474720" y="2309774"/>
            <a:ext cx="192024" cy="12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</a:t>
            </a:r>
            <a:endParaRPr lang="en-US" sz="650" dirty="0"/>
          </a:p>
        </p:txBody>
      </p:sp>
      <p:sp>
        <p:nvSpPr>
          <p:cNvPr id="32" name="Shape 22"/>
          <p:cNvSpPr/>
          <p:nvPr/>
        </p:nvSpPr>
        <p:spPr>
          <a:xfrm>
            <a:off x="457200" y="2898648"/>
            <a:ext cx="137160" cy="137160"/>
          </a:xfrm>
          <a:prstGeom prst="rect">
            <a:avLst/>
          </a:prstGeom>
          <a:solidFill>
            <a:srgbClr val="8A8177"/>
          </a:solidFill>
          <a:ln/>
        </p:spPr>
      </p:sp>
      <p:sp>
        <p:nvSpPr>
          <p:cNvPr id="33" name="Text 23"/>
          <p:cNvSpPr/>
          <p:nvPr/>
        </p:nvSpPr>
        <p:spPr>
          <a:xfrm>
            <a:off x="667512" y="2834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¥3,000~3,999</a:t>
            </a:r>
            <a:pPr indent="0" marL="0">
              <a:buNone/>
            </a:pPr>
            <a:r>
              <a:rPr lang="en-US" sz="9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6개   ·   메인존</a:t>
            </a:r>
            <a:endParaRPr lang="en-US" sz="1200" dirty="0"/>
          </a:p>
        </p:txBody>
      </p:sp>
      <p:pic>
        <p:nvPicPr>
          <p:cNvPr id="34" name="Image 8" descr="sweat_thumbs/t_003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3145536"/>
            <a:ext cx="457200" cy="457200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35" name="Shape 24"/>
          <p:cNvSpPr/>
          <p:nvPr/>
        </p:nvSpPr>
        <p:spPr>
          <a:xfrm>
            <a:off x="457200" y="3145536"/>
            <a:ext cx="192024" cy="126736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36" name="Text 25"/>
          <p:cNvSpPr/>
          <p:nvPr/>
        </p:nvSpPr>
        <p:spPr>
          <a:xfrm>
            <a:off x="457200" y="3141878"/>
            <a:ext cx="192024" cy="12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650" dirty="0"/>
          </a:p>
        </p:txBody>
      </p:sp>
      <p:pic>
        <p:nvPicPr>
          <p:cNvPr id="37" name="Image 9" descr="sweat_thumbs/t_006.jp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0120" y="3145536"/>
            <a:ext cx="457200" cy="457200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38" name="Shape 26"/>
          <p:cNvSpPr/>
          <p:nvPr/>
        </p:nvSpPr>
        <p:spPr>
          <a:xfrm>
            <a:off x="960120" y="3145536"/>
            <a:ext cx="192024" cy="126736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39" name="Text 27"/>
          <p:cNvSpPr/>
          <p:nvPr/>
        </p:nvSpPr>
        <p:spPr>
          <a:xfrm>
            <a:off x="960120" y="3141878"/>
            <a:ext cx="192024" cy="12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650" dirty="0"/>
          </a:p>
        </p:txBody>
      </p:sp>
      <p:pic>
        <p:nvPicPr>
          <p:cNvPr id="40" name="Image 10" descr="sweat_thumbs/t_012.jp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63040" y="3145536"/>
            <a:ext cx="457200" cy="457200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41" name="Shape 28"/>
          <p:cNvSpPr/>
          <p:nvPr/>
        </p:nvSpPr>
        <p:spPr>
          <a:xfrm>
            <a:off x="1463040" y="3145536"/>
            <a:ext cx="192024" cy="126736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42" name="Text 29"/>
          <p:cNvSpPr/>
          <p:nvPr/>
        </p:nvSpPr>
        <p:spPr>
          <a:xfrm>
            <a:off x="1463040" y="3141878"/>
            <a:ext cx="192024" cy="12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650" dirty="0"/>
          </a:p>
        </p:txBody>
      </p:sp>
      <p:pic>
        <p:nvPicPr>
          <p:cNvPr id="43" name="Image 11" descr="sweat_thumbs/t_022.jp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65960" y="3145536"/>
            <a:ext cx="457200" cy="457200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44" name="Shape 30"/>
          <p:cNvSpPr/>
          <p:nvPr/>
        </p:nvSpPr>
        <p:spPr>
          <a:xfrm>
            <a:off x="1965960" y="3145536"/>
            <a:ext cx="192024" cy="126736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45" name="Text 31"/>
          <p:cNvSpPr/>
          <p:nvPr/>
        </p:nvSpPr>
        <p:spPr>
          <a:xfrm>
            <a:off x="1965960" y="3141878"/>
            <a:ext cx="192024" cy="12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650" dirty="0"/>
          </a:p>
        </p:txBody>
      </p:sp>
      <p:pic>
        <p:nvPicPr>
          <p:cNvPr id="46" name="Image 12" descr="sweat_thumbs/t_037.jp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68880" y="3145536"/>
            <a:ext cx="457200" cy="457200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47" name="Shape 32"/>
          <p:cNvSpPr/>
          <p:nvPr/>
        </p:nvSpPr>
        <p:spPr>
          <a:xfrm>
            <a:off x="2468880" y="3145536"/>
            <a:ext cx="192024" cy="126736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48" name="Text 33"/>
          <p:cNvSpPr/>
          <p:nvPr/>
        </p:nvSpPr>
        <p:spPr>
          <a:xfrm>
            <a:off x="2468880" y="3141878"/>
            <a:ext cx="192024" cy="12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</a:t>
            </a:r>
            <a:endParaRPr lang="en-US" sz="650" dirty="0"/>
          </a:p>
        </p:txBody>
      </p:sp>
      <p:pic>
        <p:nvPicPr>
          <p:cNvPr id="49" name="Image 13" descr="sweat_thumbs/t_039.jp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71800" y="3145536"/>
            <a:ext cx="457200" cy="457200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50" name="Shape 34"/>
          <p:cNvSpPr/>
          <p:nvPr/>
        </p:nvSpPr>
        <p:spPr>
          <a:xfrm>
            <a:off x="2971800" y="3145536"/>
            <a:ext cx="192024" cy="126736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51" name="Text 35"/>
          <p:cNvSpPr/>
          <p:nvPr/>
        </p:nvSpPr>
        <p:spPr>
          <a:xfrm>
            <a:off x="2971800" y="3141878"/>
            <a:ext cx="192024" cy="12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</a:t>
            </a:r>
            <a:endParaRPr lang="en-US" sz="650" dirty="0"/>
          </a:p>
        </p:txBody>
      </p:sp>
      <p:sp>
        <p:nvSpPr>
          <p:cNvPr id="52" name="Shape 36"/>
          <p:cNvSpPr/>
          <p:nvPr/>
        </p:nvSpPr>
        <p:spPr>
          <a:xfrm>
            <a:off x="457200" y="3730752"/>
            <a:ext cx="137160" cy="137160"/>
          </a:xfrm>
          <a:prstGeom prst="rect">
            <a:avLst/>
          </a:prstGeom>
          <a:solidFill>
            <a:srgbClr val="B99B6B"/>
          </a:solidFill>
          <a:ln/>
        </p:spPr>
      </p:sp>
      <p:sp>
        <p:nvSpPr>
          <p:cNvPr id="53" name="Text 37"/>
          <p:cNvSpPr/>
          <p:nvPr/>
        </p:nvSpPr>
        <p:spPr>
          <a:xfrm>
            <a:off x="667512" y="366674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¥4,000~5,999</a:t>
            </a:r>
            <a:pPr indent="0" marL="0">
              <a:buNone/>
            </a:pPr>
            <a:r>
              <a:rPr lang="en-US" sz="9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14개</a:t>
            </a:r>
            <a:endParaRPr lang="en-US" sz="1200" dirty="0"/>
          </a:p>
        </p:txBody>
      </p:sp>
      <p:pic>
        <p:nvPicPr>
          <p:cNvPr id="54" name="Image 14" descr="sweat_thumbs/t_004.jp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7200" y="3977640"/>
            <a:ext cx="457200" cy="457200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55" name="Shape 38"/>
          <p:cNvSpPr/>
          <p:nvPr/>
        </p:nvSpPr>
        <p:spPr>
          <a:xfrm>
            <a:off x="457200" y="3977640"/>
            <a:ext cx="192024" cy="126736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56" name="Text 39"/>
          <p:cNvSpPr/>
          <p:nvPr/>
        </p:nvSpPr>
        <p:spPr>
          <a:xfrm>
            <a:off x="457200" y="3973982"/>
            <a:ext cx="192024" cy="12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650" dirty="0"/>
          </a:p>
        </p:txBody>
      </p:sp>
      <p:pic>
        <p:nvPicPr>
          <p:cNvPr id="57" name="Image 15" descr="sweat_thumbs/t_007.jp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60120" y="3977640"/>
            <a:ext cx="457200" cy="457200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58" name="Shape 40"/>
          <p:cNvSpPr/>
          <p:nvPr/>
        </p:nvSpPr>
        <p:spPr>
          <a:xfrm>
            <a:off x="960120" y="3977640"/>
            <a:ext cx="192024" cy="126736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59" name="Text 41"/>
          <p:cNvSpPr/>
          <p:nvPr/>
        </p:nvSpPr>
        <p:spPr>
          <a:xfrm>
            <a:off x="960120" y="3973982"/>
            <a:ext cx="192024" cy="12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650" dirty="0"/>
          </a:p>
        </p:txBody>
      </p:sp>
      <p:pic>
        <p:nvPicPr>
          <p:cNvPr id="60" name="Image 16" descr="sweat_thumbs/t_008.jp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63040" y="3977640"/>
            <a:ext cx="457200" cy="457200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61" name="Shape 42"/>
          <p:cNvSpPr/>
          <p:nvPr/>
        </p:nvSpPr>
        <p:spPr>
          <a:xfrm>
            <a:off x="1463040" y="3977640"/>
            <a:ext cx="192024" cy="126736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62" name="Text 43"/>
          <p:cNvSpPr/>
          <p:nvPr/>
        </p:nvSpPr>
        <p:spPr>
          <a:xfrm>
            <a:off x="1463040" y="3973982"/>
            <a:ext cx="192024" cy="12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650" dirty="0"/>
          </a:p>
        </p:txBody>
      </p:sp>
      <p:pic>
        <p:nvPicPr>
          <p:cNvPr id="63" name="Image 17" descr="sweat_thumbs/t_011.jp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965960" y="3977640"/>
            <a:ext cx="457200" cy="457200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64" name="Shape 44"/>
          <p:cNvSpPr/>
          <p:nvPr/>
        </p:nvSpPr>
        <p:spPr>
          <a:xfrm>
            <a:off x="1965960" y="3977640"/>
            <a:ext cx="192024" cy="126736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65" name="Text 45"/>
          <p:cNvSpPr/>
          <p:nvPr/>
        </p:nvSpPr>
        <p:spPr>
          <a:xfrm>
            <a:off x="1965960" y="3973982"/>
            <a:ext cx="192024" cy="12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650" dirty="0"/>
          </a:p>
        </p:txBody>
      </p:sp>
      <p:pic>
        <p:nvPicPr>
          <p:cNvPr id="66" name="Image 18" descr="sweat_thumbs/t_019.jp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468880" y="3977640"/>
            <a:ext cx="457200" cy="457200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67" name="Shape 46"/>
          <p:cNvSpPr/>
          <p:nvPr/>
        </p:nvSpPr>
        <p:spPr>
          <a:xfrm>
            <a:off x="2468880" y="3977640"/>
            <a:ext cx="192024" cy="126736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68" name="Text 47"/>
          <p:cNvSpPr/>
          <p:nvPr/>
        </p:nvSpPr>
        <p:spPr>
          <a:xfrm>
            <a:off x="2468880" y="3973982"/>
            <a:ext cx="192024" cy="12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650" dirty="0"/>
          </a:p>
        </p:txBody>
      </p:sp>
      <p:pic>
        <p:nvPicPr>
          <p:cNvPr id="69" name="Image 19" descr="sweat_thumbs/t_021.jp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971800" y="3977640"/>
            <a:ext cx="457200" cy="457200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70" name="Shape 48"/>
          <p:cNvSpPr/>
          <p:nvPr/>
        </p:nvSpPr>
        <p:spPr>
          <a:xfrm>
            <a:off x="2971800" y="3977640"/>
            <a:ext cx="192024" cy="126736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71" name="Text 49"/>
          <p:cNvSpPr/>
          <p:nvPr/>
        </p:nvSpPr>
        <p:spPr>
          <a:xfrm>
            <a:off x="2971800" y="3973982"/>
            <a:ext cx="192024" cy="12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650" dirty="0"/>
          </a:p>
        </p:txBody>
      </p:sp>
      <p:pic>
        <p:nvPicPr>
          <p:cNvPr id="72" name="Image 20" descr="sweat_thumbs/t_024.jp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474720" y="3977640"/>
            <a:ext cx="457200" cy="457200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73" name="Shape 50"/>
          <p:cNvSpPr/>
          <p:nvPr/>
        </p:nvSpPr>
        <p:spPr>
          <a:xfrm>
            <a:off x="3474720" y="3977640"/>
            <a:ext cx="192024" cy="126736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74" name="Text 51"/>
          <p:cNvSpPr/>
          <p:nvPr/>
        </p:nvSpPr>
        <p:spPr>
          <a:xfrm>
            <a:off x="3474720" y="3973982"/>
            <a:ext cx="192024" cy="12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650" dirty="0"/>
          </a:p>
        </p:txBody>
      </p:sp>
      <p:pic>
        <p:nvPicPr>
          <p:cNvPr id="75" name="Image 21" descr="sweat_thumbs/t_026.jp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977640" y="3977640"/>
            <a:ext cx="457200" cy="457200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76" name="Shape 52"/>
          <p:cNvSpPr/>
          <p:nvPr/>
        </p:nvSpPr>
        <p:spPr>
          <a:xfrm>
            <a:off x="3977640" y="3977640"/>
            <a:ext cx="192024" cy="126736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77" name="Text 53"/>
          <p:cNvSpPr/>
          <p:nvPr/>
        </p:nvSpPr>
        <p:spPr>
          <a:xfrm>
            <a:off x="3977640" y="3973982"/>
            <a:ext cx="192024" cy="12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endParaRPr lang="en-US" sz="650" dirty="0"/>
          </a:p>
        </p:txBody>
      </p:sp>
      <p:pic>
        <p:nvPicPr>
          <p:cNvPr id="78" name="Image 22" descr="sweat_thumbs/t_027.jp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480560" y="3977640"/>
            <a:ext cx="457200" cy="457200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79" name="Shape 54"/>
          <p:cNvSpPr/>
          <p:nvPr/>
        </p:nvSpPr>
        <p:spPr>
          <a:xfrm>
            <a:off x="4480560" y="3977640"/>
            <a:ext cx="192024" cy="126736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80" name="Text 55"/>
          <p:cNvSpPr/>
          <p:nvPr/>
        </p:nvSpPr>
        <p:spPr>
          <a:xfrm>
            <a:off x="4480560" y="3973982"/>
            <a:ext cx="192024" cy="12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</a:t>
            </a:r>
            <a:endParaRPr lang="en-US" sz="650" dirty="0"/>
          </a:p>
        </p:txBody>
      </p:sp>
      <p:pic>
        <p:nvPicPr>
          <p:cNvPr id="81" name="Image 23" descr="sweat_thumbs/t_038.jp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983480" y="3977640"/>
            <a:ext cx="457200" cy="457200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82" name="Shape 56"/>
          <p:cNvSpPr/>
          <p:nvPr/>
        </p:nvSpPr>
        <p:spPr>
          <a:xfrm>
            <a:off x="4983480" y="3977640"/>
            <a:ext cx="192024" cy="126736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83" name="Text 57"/>
          <p:cNvSpPr/>
          <p:nvPr/>
        </p:nvSpPr>
        <p:spPr>
          <a:xfrm>
            <a:off x="4983480" y="3973982"/>
            <a:ext cx="192024" cy="12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</a:t>
            </a:r>
            <a:endParaRPr lang="en-US" sz="650" dirty="0"/>
          </a:p>
        </p:txBody>
      </p:sp>
      <p:pic>
        <p:nvPicPr>
          <p:cNvPr id="84" name="Image 24" descr="sweat_thumbs/t_043.jp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486400" y="3977640"/>
            <a:ext cx="457200" cy="457200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85" name="Shape 58"/>
          <p:cNvSpPr/>
          <p:nvPr/>
        </p:nvSpPr>
        <p:spPr>
          <a:xfrm>
            <a:off x="5486400" y="3977640"/>
            <a:ext cx="192024" cy="126736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86" name="Text 59"/>
          <p:cNvSpPr/>
          <p:nvPr/>
        </p:nvSpPr>
        <p:spPr>
          <a:xfrm>
            <a:off x="5486400" y="3973982"/>
            <a:ext cx="192024" cy="12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</a:t>
            </a:r>
            <a:endParaRPr lang="en-US" sz="650" dirty="0"/>
          </a:p>
        </p:txBody>
      </p:sp>
      <p:pic>
        <p:nvPicPr>
          <p:cNvPr id="87" name="Image 25" descr="sweat_thumbs/t_044.jp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989320" y="3977640"/>
            <a:ext cx="457200" cy="457200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88" name="Shape 60"/>
          <p:cNvSpPr/>
          <p:nvPr/>
        </p:nvSpPr>
        <p:spPr>
          <a:xfrm>
            <a:off x="5989320" y="3977640"/>
            <a:ext cx="192024" cy="126736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89" name="Text 61"/>
          <p:cNvSpPr/>
          <p:nvPr/>
        </p:nvSpPr>
        <p:spPr>
          <a:xfrm>
            <a:off x="5989320" y="3973982"/>
            <a:ext cx="192024" cy="12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</a:t>
            </a:r>
            <a:endParaRPr lang="en-US" sz="650" dirty="0"/>
          </a:p>
        </p:txBody>
      </p:sp>
      <p:pic>
        <p:nvPicPr>
          <p:cNvPr id="90" name="Image 26" descr="sweat_thumbs/t_046.jp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492240" y="3977640"/>
            <a:ext cx="457200" cy="457200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91" name="Shape 62"/>
          <p:cNvSpPr/>
          <p:nvPr/>
        </p:nvSpPr>
        <p:spPr>
          <a:xfrm>
            <a:off x="6492240" y="3977640"/>
            <a:ext cx="192024" cy="126736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92" name="Text 63"/>
          <p:cNvSpPr/>
          <p:nvPr/>
        </p:nvSpPr>
        <p:spPr>
          <a:xfrm>
            <a:off x="6492240" y="3973982"/>
            <a:ext cx="192024" cy="12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</a:t>
            </a:r>
            <a:endParaRPr lang="en-US" sz="650" dirty="0"/>
          </a:p>
        </p:txBody>
      </p:sp>
      <p:pic>
        <p:nvPicPr>
          <p:cNvPr id="93" name="Image 27" descr="sweat_thumbs/t_047.jp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995160" y="3977640"/>
            <a:ext cx="457200" cy="457200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94" name="Shape 64"/>
          <p:cNvSpPr/>
          <p:nvPr/>
        </p:nvSpPr>
        <p:spPr>
          <a:xfrm>
            <a:off x="6995160" y="3977640"/>
            <a:ext cx="192024" cy="126736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95" name="Text 65"/>
          <p:cNvSpPr/>
          <p:nvPr/>
        </p:nvSpPr>
        <p:spPr>
          <a:xfrm>
            <a:off x="6995160" y="3973982"/>
            <a:ext cx="192024" cy="12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</a:t>
            </a:r>
            <a:endParaRPr lang="en-US" sz="650" dirty="0"/>
          </a:p>
        </p:txBody>
      </p:sp>
      <p:sp>
        <p:nvSpPr>
          <p:cNvPr id="96" name="Shape 66"/>
          <p:cNvSpPr/>
          <p:nvPr/>
        </p:nvSpPr>
        <p:spPr>
          <a:xfrm>
            <a:off x="457200" y="4562856"/>
            <a:ext cx="137160" cy="137160"/>
          </a:xfrm>
          <a:prstGeom prst="rect">
            <a:avLst/>
          </a:prstGeom>
          <a:solidFill>
            <a:srgbClr val="5E7787"/>
          </a:solidFill>
          <a:ln/>
        </p:spPr>
      </p:sp>
      <p:sp>
        <p:nvSpPr>
          <p:cNvPr id="97" name="Text 67"/>
          <p:cNvSpPr/>
          <p:nvPr/>
        </p:nvSpPr>
        <p:spPr>
          <a:xfrm>
            <a:off x="667512" y="44988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¥6,000 이상</a:t>
            </a:r>
            <a:pPr indent="0" marL="0">
              <a:buNone/>
            </a:pPr>
            <a:r>
              <a:rPr lang="en-US" sz="9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22개   ·   디자이너존</a:t>
            </a:r>
            <a:endParaRPr lang="en-US" sz="1200" dirty="0"/>
          </a:p>
        </p:txBody>
      </p:sp>
      <p:pic>
        <p:nvPicPr>
          <p:cNvPr id="98" name="Image 28" descr="sweat_thumbs/t_002.jp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57200" y="4809744"/>
            <a:ext cx="457200" cy="457200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99" name="Shape 68"/>
          <p:cNvSpPr/>
          <p:nvPr/>
        </p:nvSpPr>
        <p:spPr>
          <a:xfrm>
            <a:off x="457200" y="4809744"/>
            <a:ext cx="192024" cy="126736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00" name="Text 69"/>
          <p:cNvSpPr/>
          <p:nvPr/>
        </p:nvSpPr>
        <p:spPr>
          <a:xfrm>
            <a:off x="457200" y="4806086"/>
            <a:ext cx="192024" cy="12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650" dirty="0"/>
          </a:p>
        </p:txBody>
      </p:sp>
      <p:pic>
        <p:nvPicPr>
          <p:cNvPr id="101" name="Image 29" descr="sweat_thumbs/t_005.jp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60120" y="4809744"/>
            <a:ext cx="457200" cy="457200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02" name="Shape 70"/>
          <p:cNvSpPr/>
          <p:nvPr/>
        </p:nvSpPr>
        <p:spPr>
          <a:xfrm>
            <a:off x="960120" y="4809744"/>
            <a:ext cx="192024" cy="126736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03" name="Text 71"/>
          <p:cNvSpPr/>
          <p:nvPr/>
        </p:nvSpPr>
        <p:spPr>
          <a:xfrm>
            <a:off x="960120" y="4806086"/>
            <a:ext cx="192024" cy="12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650" dirty="0"/>
          </a:p>
        </p:txBody>
      </p:sp>
      <p:pic>
        <p:nvPicPr>
          <p:cNvPr id="104" name="Image 30" descr="sweat_thumbs/t_009.jp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463040" y="4809744"/>
            <a:ext cx="457200" cy="457200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05" name="Shape 72"/>
          <p:cNvSpPr/>
          <p:nvPr/>
        </p:nvSpPr>
        <p:spPr>
          <a:xfrm>
            <a:off x="1463040" y="4809744"/>
            <a:ext cx="192024" cy="126736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06" name="Text 73"/>
          <p:cNvSpPr/>
          <p:nvPr/>
        </p:nvSpPr>
        <p:spPr>
          <a:xfrm>
            <a:off x="1463040" y="4806086"/>
            <a:ext cx="192024" cy="12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650" dirty="0"/>
          </a:p>
        </p:txBody>
      </p:sp>
      <p:pic>
        <p:nvPicPr>
          <p:cNvPr id="107" name="Image 31" descr="sweat_thumbs/t_013.jp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965960" y="4809744"/>
            <a:ext cx="457200" cy="457200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08" name="Shape 74"/>
          <p:cNvSpPr/>
          <p:nvPr/>
        </p:nvSpPr>
        <p:spPr>
          <a:xfrm>
            <a:off x="1965960" y="4809744"/>
            <a:ext cx="192024" cy="126736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09" name="Text 75"/>
          <p:cNvSpPr/>
          <p:nvPr/>
        </p:nvSpPr>
        <p:spPr>
          <a:xfrm>
            <a:off x="1965960" y="4806086"/>
            <a:ext cx="192024" cy="12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650" dirty="0"/>
          </a:p>
        </p:txBody>
      </p:sp>
      <p:pic>
        <p:nvPicPr>
          <p:cNvPr id="110" name="Image 32" descr="sweat_thumbs/t_014.jp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468880" y="4809744"/>
            <a:ext cx="457200" cy="457200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11" name="Shape 76"/>
          <p:cNvSpPr/>
          <p:nvPr/>
        </p:nvSpPr>
        <p:spPr>
          <a:xfrm>
            <a:off x="2468880" y="4809744"/>
            <a:ext cx="192024" cy="126736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12" name="Text 77"/>
          <p:cNvSpPr/>
          <p:nvPr/>
        </p:nvSpPr>
        <p:spPr>
          <a:xfrm>
            <a:off x="2468880" y="4806086"/>
            <a:ext cx="192024" cy="12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650" dirty="0"/>
          </a:p>
        </p:txBody>
      </p:sp>
      <p:pic>
        <p:nvPicPr>
          <p:cNvPr id="113" name="Image 33" descr="sweat_thumbs/t_015.jp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2971800" y="4809744"/>
            <a:ext cx="457200" cy="457200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14" name="Shape 78"/>
          <p:cNvSpPr/>
          <p:nvPr/>
        </p:nvSpPr>
        <p:spPr>
          <a:xfrm>
            <a:off x="2971800" y="4809744"/>
            <a:ext cx="192024" cy="126736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15" name="Text 79"/>
          <p:cNvSpPr/>
          <p:nvPr/>
        </p:nvSpPr>
        <p:spPr>
          <a:xfrm>
            <a:off x="2971800" y="4806086"/>
            <a:ext cx="192024" cy="12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650" dirty="0"/>
          </a:p>
        </p:txBody>
      </p:sp>
      <p:pic>
        <p:nvPicPr>
          <p:cNvPr id="116" name="Image 34" descr="sweat_thumbs/t_016.jp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3474720" y="4809744"/>
            <a:ext cx="457200" cy="457200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17" name="Shape 80"/>
          <p:cNvSpPr/>
          <p:nvPr/>
        </p:nvSpPr>
        <p:spPr>
          <a:xfrm>
            <a:off x="3474720" y="4809744"/>
            <a:ext cx="192024" cy="126736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18" name="Text 81"/>
          <p:cNvSpPr/>
          <p:nvPr/>
        </p:nvSpPr>
        <p:spPr>
          <a:xfrm>
            <a:off x="3474720" y="4806086"/>
            <a:ext cx="192024" cy="12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650" dirty="0"/>
          </a:p>
        </p:txBody>
      </p:sp>
      <p:pic>
        <p:nvPicPr>
          <p:cNvPr id="119" name="Image 35" descr="sweat_thumbs/t_017.jp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3977640" y="4809744"/>
            <a:ext cx="457200" cy="457200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20" name="Shape 82"/>
          <p:cNvSpPr/>
          <p:nvPr/>
        </p:nvSpPr>
        <p:spPr>
          <a:xfrm>
            <a:off x="3977640" y="4809744"/>
            <a:ext cx="192024" cy="126736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21" name="Text 83"/>
          <p:cNvSpPr/>
          <p:nvPr/>
        </p:nvSpPr>
        <p:spPr>
          <a:xfrm>
            <a:off x="3977640" y="4806086"/>
            <a:ext cx="192024" cy="12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650" dirty="0"/>
          </a:p>
        </p:txBody>
      </p:sp>
      <p:pic>
        <p:nvPicPr>
          <p:cNvPr id="122" name="Image 36" descr="sweat_thumbs/t_020.jp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4480560" y="4809744"/>
            <a:ext cx="457200" cy="457200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23" name="Shape 84"/>
          <p:cNvSpPr/>
          <p:nvPr/>
        </p:nvSpPr>
        <p:spPr>
          <a:xfrm>
            <a:off x="4480560" y="4809744"/>
            <a:ext cx="192024" cy="126736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24" name="Text 85"/>
          <p:cNvSpPr/>
          <p:nvPr/>
        </p:nvSpPr>
        <p:spPr>
          <a:xfrm>
            <a:off x="4480560" y="4806086"/>
            <a:ext cx="192024" cy="12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650" dirty="0"/>
          </a:p>
        </p:txBody>
      </p:sp>
      <p:pic>
        <p:nvPicPr>
          <p:cNvPr id="125" name="Image 37" descr="sweat_thumbs/t_025.jp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4983480" y="4809744"/>
            <a:ext cx="457200" cy="457200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26" name="Shape 86"/>
          <p:cNvSpPr/>
          <p:nvPr/>
        </p:nvSpPr>
        <p:spPr>
          <a:xfrm>
            <a:off x="4983480" y="4809744"/>
            <a:ext cx="192024" cy="126736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27" name="Text 87"/>
          <p:cNvSpPr/>
          <p:nvPr/>
        </p:nvSpPr>
        <p:spPr>
          <a:xfrm>
            <a:off x="4983480" y="4806086"/>
            <a:ext cx="192024" cy="12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650" dirty="0"/>
          </a:p>
        </p:txBody>
      </p:sp>
      <p:pic>
        <p:nvPicPr>
          <p:cNvPr id="128" name="Image 38" descr="sweat_thumbs/t_028.jp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5486400" y="4809744"/>
            <a:ext cx="457200" cy="457200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29" name="Shape 88"/>
          <p:cNvSpPr/>
          <p:nvPr/>
        </p:nvSpPr>
        <p:spPr>
          <a:xfrm>
            <a:off x="5486400" y="4809744"/>
            <a:ext cx="192024" cy="126736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30" name="Text 89"/>
          <p:cNvSpPr/>
          <p:nvPr/>
        </p:nvSpPr>
        <p:spPr>
          <a:xfrm>
            <a:off x="5486400" y="4806086"/>
            <a:ext cx="192024" cy="12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</a:t>
            </a:r>
            <a:endParaRPr lang="en-US" sz="650" dirty="0"/>
          </a:p>
        </p:txBody>
      </p:sp>
      <p:pic>
        <p:nvPicPr>
          <p:cNvPr id="131" name="Image 39" descr="sweat_thumbs/t_029.jp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5989320" y="4809744"/>
            <a:ext cx="457200" cy="457200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32" name="Shape 90"/>
          <p:cNvSpPr/>
          <p:nvPr/>
        </p:nvSpPr>
        <p:spPr>
          <a:xfrm>
            <a:off x="5989320" y="4809744"/>
            <a:ext cx="192024" cy="126736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33" name="Text 91"/>
          <p:cNvSpPr/>
          <p:nvPr/>
        </p:nvSpPr>
        <p:spPr>
          <a:xfrm>
            <a:off x="5989320" y="4806086"/>
            <a:ext cx="192024" cy="12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</a:t>
            </a:r>
            <a:endParaRPr lang="en-US" sz="650" dirty="0"/>
          </a:p>
        </p:txBody>
      </p:sp>
      <p:pic>
        <p:nvPicPr>
          <p:cNvPr id="134" name="Image 40" descr="sweat_thumbs/t_031.jp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6492240" y="4809744"/>
            <a:ext cx="457200" cy="457200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35" name="Shape 92"/>
          <p:cNvSpPr/>
          <p:nvPr/>
        </p:nvSpPr>
        <p:spPr>
          <a:xfrm>
            <a:off x="6492240" y="4809744"/>
            <a:ext cx="192024" cy="126736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36" name="Text 93"/>
          <p:cNvSpPr/>
          <p:nvPr/>
        </p:nvSpPr>
        <p:spPr>
          <a:xfrm>
            <a:off x="6492240" y="4806086"/>
            <a:ext cx="192024" cy="12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</a:t>
            </a:r>
            <a:endParaRPr lang="en-US" sz="650" dirty="0"/>
          </a:p>
        </p:txBody>
      </p:sp>
      <p:pic>
        <p:nvPicPr>
          <p:cNvPr id="137" name="Image 41" descr="sweat_thumbs/t_032.jp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6995160" y="4809744"/>
            <a:ext cx="457200" cy="457200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38" name="Shape 94"/>
          <p:cNvSpPr/>
          <p:nvPr/>
        </p:nvSpPr>
        <p:spPr>
          <a:xfrm>
            <a:off x="6995160" y="4809744"/>
            <a:ext cx="192024" cy="126736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39" name="Text 95"/>
          <p:cNvSpPr/>
          <p:nvPr/>
        </p:nvSpPr>
        <p:spPr>
          <a:xfrm>
            <a:off x="6995160" y="4806086"/>
            <a:ext cx="192024" cy="12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650" dirty="0"/>
          </a:p>
        </p:txBody>
      </p:sp>
      <p:pic>
        <p:nvPicPr>
          <p:cNvPr id="140" name="Image 42" descr="sweat_thumbs/t_034.jp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7498080" y="4809744"/>
            <a:ext cx="457200" cy="457200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41" name="Shape 96"/>
          <p:cNvSpPr/>
          <p:nvPr/>
        </p:nvSpPr>
        <p:spPr>
          <a:xfrm>
            <a:off x="7498080" y="4809744"/>
            <a:ext cx="192024" cy="126736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42" name="Text 97"/>
          <p:cNvSpPr/>
          <p:nvPr/>
        </p:nvSpPr>
        <p:spPr>
          <a:xfrm>
            <a:off x="7498080" y="4806086"/>
            <a:ext cx="192024" cy="12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</a:t>
            </a:r>
            <a:endParaRPr lang="en-US" sz="650" dirty="0"/>
          </a:p>
        </p:txBody>
      </p:sp>
      <p:pic>
        <p:nvPicPr>
          <p:cNvPr id="143" name="Image 43" descr="sweat_thumbs/t_035.jp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8001000" y="4809744"/>
            <a:ext cx="457200" cy="457200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44" name="Shape 98"/>
          <p:cNvSpPr/>
          <p:nvPr/>
        </p:nvSpPr>
        <p:spPr>
          <a:xfrm>
            <a:off x="8001000" y="4809744"/>
            <a:ext cx="192024" cy="126736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45" name="Text 99"/>
          <p:cNvSpPr/>
          <p:nvPr/>
        </p:nvSpPr>
        <p:spPr>
          <a:xfrm>
            <a:off x="8001000" y="4806086"/>
            <a:ext cx="192024" cy="12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</a:t>
            </a:r>
            <a:endParaRPr lang="en-US" sz="650" dirty="0"/>
          </a:p>
        </p:txBody>
      </p:sp>
      <p:pic>
        <p:nvPicPr>
          <p:cNvPr id="146" name="Image 44" descr="sweat_thumbs/t_040.jp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8503920" y="4809744"/>
            <a:ext cx="457200" cy="457200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47" name="Shape 100"/>
          <p:cNvSpPr/>
          <p:nvPr/>
        </p:nvSpPr>
        <p:spPr>
          <a:xfrm>
            <a:off x="8503920" y="4809744"/>
            <a:ext cx="192024" cy="126736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48" name="Text 101"/>
          <p:cNvSpPr/>
          <p:nvPr/>
        </p:nvSpPr>
        <p:spPr>
          <a:xfrm>
            <a:off x="8503920" y="4806086"/>
            <a:ext cx="192024" cy="12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</a:t>
            </a:r>
            <a:endParaRPr lang="en-US" sz="650" dirty="0"/>
          </a:p>
        </p:txBody>
      </p:sp>
      <p:pic>
        <p:nvPicPr>
          <p:cNvPr id="149" name="Image 45" descr="sweat_thumbs/t_041.jp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9006840" y="4809744"/>
            <a:ext cx="457200" cy="457200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50" name="Shape 102"/>
          <p:cNvSpPr/>
          <p:nvPr/>
        </p:nvSpPr>
        <p:spPr>
          <a:xfrm>
            <a:off x="9006840" y="4809744"/>
            <a:ext cx="192024" cy="126736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51" name="Text 103"/>
          <p:cNvSpPr/>
          <p:nvPr/>
        </p:nvSpPr>
        <p:spPr>
          <a:xfrm>
            <a:off x="9006840" y="4806086"/>
            <a:ext cx="192024" cy="12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</a:t>
            </a:r>
            <a:endParaRPr lang="en-US" sz="650" dirty="0"/>
          </a:p>
        </p:txBody>
      </p:sp>
      <p:pic>
        <p:nvPicPr>
          <p:cNvPr id="152" name="Image 46" descr="sweat_thumbs/t_042.jp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9509760" y="4809744"/>
            <a:ext cx="457200" cy="457200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53" name="Shape 104"/>
          <p:cNvSpPr/>
          <p:nvPr/>
        </p:nvSpPr>
        <p:spPr>
          <a:xfrm>
            <a:off x="9509760" y="4809744"/>
            <a:ext cx="192024" cy="126736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54" name="Text 105"/>
          <p:cNvSpPr/>
          <p:nvPr/>
        </p:nvSpPr>
        <p:spPr>
          <a:xfrm>
            <a:off x="9509760" y="4806086"/>
            <a:ext cx="192024" cy="12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</a:t>
            </a:r>
            <a:endParaRPr lang="en-US" sz="650" dirty="0"/>
          </a:p>
        </p:txBody>
      </p:sp>
      <p:pic>
        <p:nvPicPr>
          <p:cNvPr id="155" name="Image 47" descr="sweat_thumbs/t_045.jp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0012680" y="4809744"/>
            <a:ext cx="457200" cy="457200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56" name="Shape 106"/>
          <p:cNvSpPr/>
          <p:nvPr/>
        </p:nvSpPr>
        <p:spPr>
          <a:xfrm>
            <a:off x="10012680" y="4809744"/>
            <a:ext cx="192024" cy="126736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57" name="Text 107"/>
          <p:cNvSpPr/>
          <p:nvPr/>
        </p:nvSpPr>
        <p:spPr>
          <a:xfrm>
            <a:off x="10012680" y="4806086"/>
            <a:ext cx="192024" cy="12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</a:t>
            </a:r>
            <a:endParaRPr lang="en-US" sz="650" dirty="0"/>
          </a:p>
        </p:txBody>
      </p:sp>
      <p:pic>
        <p:nvPicPr>
          <p:cNvPr id="158" name="Image 48" descr="sweat_thumbs/t_048.jp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10515600" y="4809744"/>
            <a:ext cx="457200" cy="457200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59" name="Shape 108"/>
          <p:cNvSpPr/>
          <p:nvPr/>
        </p:nvSpPr>
        <p:spPr>
          <a:xfrm>
            <a:off x="10515600" y="4809744"/>
            <a:ext cx="192024" cy="126736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60" name="Text 109"/>
          <p:cNvSpPr/>
          <p:nvPr/>
        </p:nvSpPr>
        <p:spPr>
          <a:xfrm>
            <a:off x="10515600" y="4806086"/>
            <a:ext cx="192024" cy="12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</a:t>
            </a:r>
            <a:endParaRPr lang="en-US" sz="650" dirty="0"/>
          </a:p>
        </p:txBody>
      </p:sp>
      <p:pic>
        <p:nvPicPr>
          <p:cNvPr id="161" name="Image 49" descr="sweat_thumbs/t_049.jp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11018520" y="4809744"/>
            <a:ext cx="457200" cy="457200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62" name="Shape 110"/>
          <p:cNvSpPr/>
          <p:nvPr/>
        </p:nvSpPr>
        <p:spPr>
          <a:xfrm>
            <a:off x="11018520" y="4809744"/>
            <a:ext cx="192024" cy="126736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63" name="Text 111"/>
          <p:cNvSpPr/>
          <p:nvPr/>
        </p:nvSpPr>
        <p:spPr>
          <a:xfrm>
            <a:off x="11018520" y="4806086"/>
            <a:ext cx="192024" cy="12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49</a:t>
            </a:r>
            <a:endParaRPr lang="en-US" sz="650" dirty="0"/>
          </a:p>
        </p:txBody>
      </p:sp>
      <p:sp>
        <p:nvSpPr>
          <p:cNvPr id="164" name="Text 112"/>
          <p:cNvSpPr/>
          <p:nvPr/>
        </p:nvSpPr>
        <p:spPr>
          <a:xfrm>
            <a:off x="457200" y="6053328"/>
            <a:ext cx="11338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저가(~¥1,999) 1개 · 중가(¥2,000~3,999) 13개 · ¥4,000+ 36개 · 평균 ¥7,274 / 중앙값 ¥5,965.5 (Top 50 기준)</a:t>
            </a:r>
            <a:endParaRPr lang="en-US" sz="1000" dirty="0"/>
          </a:p>
        </p:txBody>
      </p:sp>
      <p:sp>
        <p:nvSpPr>
          <p:cNvPr id="165" name="Text 113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PRINT · 프린트/패턴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무지·솔리드  (1/2)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112471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프린트·로고 없음(소재·핏으로 차별화)   ·   14개</a:t>
            </a:r>
            <a:endParaRPr lang="en-US" sz="1150" dirty="0"/>
          </a:p>
        </p:txBody>
      </p:sp>
      <p:pic>
        <p:nvPicPr>
          <p:cNvPr id="5" name="Image 0" descr="sweat_thumbs/t_0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728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156728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156728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47584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AMELY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47584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¥2,980</a:t>
            </a:r>
            <a:endParaRPr lang="en-US" sz="950" dirty="0"/>
          </a:p>
        </p:txBody>
      </p:sp>
      <p:pic>
        <p:nvPicPr>
          <p:cNvPr id="10" name="Image 1" descr="sweat_thumbs/t_00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894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1" name="Shape 7"/>
          <p:cNvSpPr/>
          <p:nvPr/>
        </p:nvSpPr>
        <p:spPr>
          <a:xfrm>
            <a:off x="341894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341894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32750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LOWRYS FARM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32750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¥3,300</a:t>
            </a:r>
            <a:endParaRPr lang="en-US" sz="950" dirty="0"/>
          </a:p>
        </p:txBody>
      </p:sp>
      <p:pic>
        <p:nvPicPr>
          <p:cNvPr id="15" name="Image 2" descr="sweat_thumbs/t_010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60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6" name="Shape 11"/>
          <p:cNvSpPr/>
          <p:nvPr/>
        </p:nvSpPr>
        <p:spPr>
          <a:xfrm>
            <a:off x="527060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527060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517916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HANNE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517916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¥2,442</a:t>
            </a:r>
            <a:endParaRPr lang="en-US" sz="950" dirty="0"/>
          </a:p>
        </p:txBody>
      </p:sp>
      <p:pic>
        <p:nvPicPr>
          <p:cNvPr id="20" name="Image 3" descr="sweat_thumbs/t_012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226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21" name="Shape 15"/>
          <p:cNvSpPr/>
          <p:nvPr/>
        </p:nvSpPr>
        <p:spPr>
          <a:xfrm>
            <a:off x="712226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22" name="Text 16"/>
          <p:cNvSpPr/>
          <p:nvPr/>
        </p:nvSpPr>
        <p:spPr>
          <a:xfrm>
            <a:off x="712226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703082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AMERICAN HOLIC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703082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¥3,490</a:t>
            </a:r>
            <a:endParaRPr lang="en-US" sz="950" dirty="0"/>
          </a:p>
        </p:txBody>
      </p:sp>
      <p:pic>
        <p:nvPicPr>
          <p:cNvPr id="25" name="Image 4" descr="sweat_thumbs/t_018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392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26" name="Shape 19"/>
          <p:cNvSpPr/>
          <p:nvPr/>
        </p:nvSpPr>
        <p:spPr>
          <a:xfrm>
            <a:off x="897392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27" name="Text 20"/>
          <p:cNvSpPr/>
          <p:nvPr/>
        </p:nvSpPr>
        <p:spPr>
          <a:xfrm>
            <a:off x="897392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888248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INGNI SOELA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888248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¥2,970</a:t>
            </a:r>
            <a:endParaRPr lang="en-US" sz="950" dirty="0"/>
          </a:p>
        </p:txBody>
      </p:sp>
      <p:pic>
        <p:nvPicPr>
          <p:cNvPr id="30" name="Image 5" descr="sweat_thumbs/t_019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728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31" name="Shape 23"/>
          <p:cNvSpPr/>
          <p:nvPr/>
        </p:nvSpPr>
        <p:spPr>
          <a:xfrm>
            <a:off x="156728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32" name="Text 24"/>
          <p:cNvSpPr/>
          <p:nvPr/>
        </p:nvSpPr>
        <p:spPr>
          <a:xfrm>
            <a:off x="156728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147584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SLY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147584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¥4,499</a:t>
            </a:r>
            <a:endParaRPr lang="en-US" sz="950" dirty="0"/>
          </a:p>
        </p:txBody>
      </p:sp>
      <p:pic>
        <p:nvPicPr>
          <p:cNvPr id="35" name="Image 6" descr="sweat_thumbs/t_021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894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36" name="Shape 27"/>
          <p:cNvSpPr/>
          <p:nvPr/>
        </p:nvSpPr>
        <p:spPr>
          <a:xfrm>
            <a:off x="341894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37" name="Text 28"/>
          <p:cNvSpPr/>
          <p:nvPr/>
        </p:nvSpPr>
        <p:spPr>
          <a:xfrm>
            <a:off x="341894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1000" dirty="0"/>
          </a:p>
        </p:txBody>
      </p:sp>
      <p:sp>
        <p:nvSpPr>
          <p:cNvPr id="38" name="Text 29"/>
          <p:cNvSpPr/>
          <p:nvPr/>
        </p:nvSpPr>
        <p:spPr>
          <a:xfrm>
            <a:off x="332750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RANAN</a:t>
            </a:r>
            <a:endParaRPr lang="en-US" sz="1000" dirty="0"/>
          </a:p>
        </p:txBody>
      </p:sp>
      <p:sp>
        <p:nvSpPr>
          <p:cNvPr id="39" name="Text 30"/>
          <p:cNvSpPr/>
          <p:nvPr/>
        </p:nvSpPr>
        <p:spPr>
          <a:xfrm>
            <a:off x="332750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¥4,400</a:t>
            </a:r>
            <a:endParaRPr lang="en-US" sz="950" dirty="0"/>
          </a:p>
        </p:txBody>
      </p:sp>
      <p:pic>
        <p:nvPicPr>
          <p:cNvPr id="40" name="Image 7" descr="sweat_thumbs/t_023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7060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41" name="Shape 31"/>
          <p:cNvSpPr/>
          <p:nvPr/>
        </p:nvSpPr>
        <p:spPr>
          <a:xfrm>
            <a:off x="527060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42" name="Text 32"/>
          <p:cNvSpPr/>
          <p:nvPr/>
        </p:nvSpPr>
        <p:spPr>
          <a:xfrm>
            <a:off x="527060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1000" dirty="0"/>
          </a:p>
        </p:txBody>
      </p:sp>
      <p:sp>
        <p:nvSpPr>
          <p:cNvPr id="43" name="Text 33"/>
          <p:cNvSpPr/>
          <p:nvPr/>
        </p:nvSpPr>
        <p:spPr>
          <a:xfrm>
            <a:off x="517916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B.C STOCK</a:t>
            </a:r>
            <a:endParaRPr lang="en-US" sz="1000" dirty="0"/>
          </a:p>
        </p:txBody>
      </p:sp>
      <p:sp>
        <p:nvSpPr>
          <p:cNvPr id="44" name="Text 34"/>
          <p:cNvSpPr/>
          <p:nvPr/>
        </p:nvSpPr>
        <p:spPr>
          <a:xfrm>
            <a:off x="517916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¥2,970</a:t>
            </a:r>
            <a:endParaRPr lang="en-US" sz="950" dirty="0"/>
          </a:p>
        </p:txBody>
      </p:sp>
      <p:pic>
        <p:nvPicPr>
          <p:cNvPr id="45" name="Image 8" descr="sweat_thumbs/t_024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2226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46" name="Shape 35"/>
          <p:cNvSpPr/>
          <p:nvPr/>
        </p:nvSpPr>
        <p:spPr>
          <a:xfrm>
            <a:off x="712226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47" name="Text 36"/>
          <p:cNvSpPr/>
          <p:nvPr/>
        </p:nvSpPr>
        <p:spPr>
          <a:xfrm>
            <a:off x="712226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1000" dirty="0"/>
          </a:p>
        </p:txBody>
      </p:sp>
      <p:sp>
        <p:nvSpPr>
          <p:cNvPr id="48" name="Text 37"/>
          <p:cNvSpPr/>
          <p:nvPr/>
        </p:nvSpPr>
        <p:spPr>
          <a:xfrm>
            <a:off x="703082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jouetie</a:t>
            </a:r>
            <a:endParaRPr lang="en-US" sz="1000" dirty="0"/>
          </a:p>
        </p:txBody>
      </p:sp>
      <p:sp>
        <p:nvSpPr>
          <p:cNvPr id="49" name="Text 38"/>
          <p:cNvSpPr/>
          <p:nvPr/>
        </p:nvSpPr>
        <p:spPr>
          <a:xfrm>
            <a:off x="703082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¥4,620</a:t>
            </a:r>
            <a:endParaRPr lang="en-US" sz="950" dirty="0"/>
          </a:p>
        </p:txBody>
      </p:sp>
      <p:pic>
        <p:nvPicPr>
          <p:cNvPr id="50" name="Image 9" descr="sweat_thumbs/t_027.jp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7392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51" name="Shape 39"/>
          <p:cNvSpPr/>
          <p:nvPr/>
        </p:nvSpPr>
        <p:spPr>
          <a:xfrm>
            <a:off x="897392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52" name="Text 40"/>
          <p:cNvSpPr/>
          <p:nvPr/>
        </p:nvSpPr>
        <p:spPr>
          <a:xfrm>
            <a:off x="897392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</a:t>
            </a:r>
            <a:endParaRPr lang="en-US" sz="1000" dirty="0"/>
          </a:p>
        </p:txBody>
      </p:sp>
      <p:sp>
        <p:nvSpPr>
          <p:cNvPr id="53" name="Text 41"/>
          <p:cNvSpPr/>
          <p:nvPr/>
        </p:nvSpPr>
        <p:spPr>
          <a:xfrm>
            <a:off x="888248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UNFILO</a:t>
            </a:r>
            <a:endParaRPr lang="en-US" sz="1000" dirty="0"/>
          </a:p>
        </p:txBody>
      </p:sp>
      <p:sp>
        <p:nvSpPr>
          <p:cNvPr id="54" name="Text 42"/>
          <p:cNvSpPr/>
          <p:nvPr/>
        </p:nvSpPr>
        <p:spPr>
          <a:xfrm>
            <a:off x="888248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¥5,991</a:t>
            </a:r>
            <a:endParaRPr lang="en-US" sz="950" dirty="0"/>
          </a:p>
        </p:txBody>
      </p:sp>
      <p:sp>
        <p:nvSpPr>
          <p:cNvPr id="55" name="Text 43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PRINT · 프린트/패턴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무지·솔리드  (2/2)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112471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프린트·로고 없음(소재·핏으로 차별화)   ·   14개</a:t>
            </a:r>
            <a:endParaRPr lang="en-US" sz="1150" dirty="0"/>
          </a:p>
        </p:txBody>
      </p:sp>
      <p:pic>
        <p:nvPicPr>
          <p:cNvPr id="5" name="Image 0" descr="sweat_thumbs/t_02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656" y="1600200"/>
            <a:ext cx="2331720" cy="2331720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1130656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1130656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39216" y="39593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SNIDEL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39216" y="415137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¥12,980</a:t>
            </a:r>
            <a:endParaRPr lang="en-US" sz="950" dirty="0"/>
          </a:p>
        </p:txBody>
      </p:sp>
      <p:pic>
        <p:nvPicPr>
          <p:cNvPr id="10" name="Image 1" descr="sweat_thumbs/t_03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3544" y="1600200"/>
            <a:ext cx="2331720" cy="2331720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1" name="Shape 7"/>
          <p:cNvSpPr/>
          <p:nvPr/>
        </p:nvSpPr>
        <p:spPr>
          <a:xfrm>
            <a:off x="3663544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3663544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572104" y="39593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FREAK'S STORE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572104" y="415137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¥6,490</a:t>
            </a:r>
            <a:endParaRPr lang="en-US" sz="950" dirty="0"/>
          </a:p>
        </p:txBody>
      </p:sp>
      <p:pic>
        <p:nvPicPr>
          <p:cNvPr id="15" name="Image 2" descr="sweat_thumbs/t_044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432" y="1600200"/>
            <a:ext cx="2331720" cy="2331720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6" name="Shape 11"/>
          <p:cNvSpPr/>
          <p:nvPr/>
        </p:nvSpPr>
        <p:spPr>
          <a:xfrm>
            <a:off x="619643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619643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6104992" y="39593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LILY BROWN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6104992" y="415137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¥5,940</a:t>
            </a:r>
            <a:endParaRPr lang="en-US" sz="950" dirty="0"/>
          </a:p>
        </p:txBody>
      </p:sp>
      <p:pic>
        <p:nvPicPr>
          <p:cNvPr id="20" name="Image 3" descr="sweat_thumbs/t_049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9320" y="1600200"/>
            <a:ext cx="2331720" cy="2331720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21" name="Shape 15"/>
          <p:cNvSpPr/>
          <p:nvPr/>
        </p:nvSpPr>
        <p:spPr>
          <a:xfrm>
            <a:off x="8729320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22" name="Text 16"/>
          <p:cNvSpPr/>
          <p:nvPr/>
        </p:nvSpPr>
        <p:spPr>
          <a:xfrm>
            <a:off x="8729320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49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8637880" y="39593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SLOBE IENA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8637880" y="415137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¥7,700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PRINT · 프린트/패턴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스몰 로고·원포인트  (1/2)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112471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가슴 작은 로고/자수   ·   19개</a:t>
            </a:r>
            <a:endParaRPr lang="en-US" sz="1150" dirty="0"/>
          </a:p>
        </p:txBody>
      </p:sp>
      <p:pic>
        <p:nvPicPr>
          <p:cNvPr id="5" name="Image 0" descr="sweat_thumbs/t_0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728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156728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156728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47584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JOURNAL STANDARD relume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47584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¥7,700</a:t>
            </a:r>
            <a:endParaRPr lang="en-US" sz="950" dirty="0"/>
          </a:p>
        </p:txBody>
      </p:sp>
      <p:pic>
        <p:nvPicPr>
          <p:cNvPr id="10" name="Image 1" descr="sweat_thumbs/t_004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894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1" name="Shape 7"/>
          <p:cNvSpPr/>
          <p:nvPr/>
        </p:nvSpPr>
        <p:spPr>
          <a:xfrm>
            <a:off x="341894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341894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32750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VACANCY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32750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¥5,500</a:t>
            </a:r>
            <a:endParaRPr lang="en-US" sz="950" dirty="0"/>
          </a:p>
        </p:txBody>
      </p:sp>
      <p:pic>
        <p:nvPicPr>
          <p:cNvPr id="15" name="Image 2" descr="sweat_thumbs/t_005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60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6" name="Shape 11"/>
          <p:cNvSpPr/>
          <p:nvPr/>
        </p:nvSpPr>
        <p:spPr>
          <a:xfrm>
            <a:off x="527060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527060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517916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adidas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517916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¥11,440</a:t>
            </a:r>
            <a:endParaRPr lang="en-US" sz="950" dirty="0"/>
          </a:p>
        </p:txBody>
      </p:sp>
      <p:pic>
        <p:nvPicPr>
          <p:cNvPr id="20" name="Image 3" descr="sweat_thumbs/t_007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226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21" name="Shape 15"/>
          <p:cNvSpPr/>
          <p:nvPr/>
        </p:nvSpPr>
        <p:spPr>
          <a:xfrm>
            <a:off x="712226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22" name="Text 16"/>
          <p:cNvSpPr/>
          <p:nvPr/>
        </p:nvSpPr>
        <p:spPr>
          <a:xfrm>
            <a:off x="712226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703082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GAP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703082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¥4,543</a:t>
            </a:r>
            <a:endParaRPr lang="en-US" sz="950" dirty="0"/>
          </a:p>
        </p:txBody>
      </p:sp>
      <p:pic>
        <p:nvPicPr>
          <p:cNvPr id="25" name="Image 4" descr="sweat_thumbs/t_009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392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26" name="Shape 19"/>
          <p:cNvSpPr/>
          <p:nvPr/>
        </p:nvSpPr>
        <p:spPr>
          <a:xfrm>
            <a:off x="897392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27" name="Text 20"/>
          <p:cNvSpPr/>
          <p:nvPr/>
        </p:nvSpPr>
        <p:spPr>
          <a:xfrm>
            <a:off x="897392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888248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adidas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888248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¥13,860</a:t>
            </a:r>
            <a:endParaRPr lang="en-US" sz="950" dirty="0"/>
          </a:p>
        </p:txBody>
      </p:sp>
      <p:pic>
        <p:nvPicPr>
          <p:cNvPr id="30" name="Image 5" descr="sweat_thumbs/t_01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728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31" name="Shape 23"/>
          <p:cNvSpPr/>
          <p:nvPr/>
        </p:nvSpPr>
        <p:spPr>
          <a:xfrm>
            <a:off x="156728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32" name="Text 24"/>
          <p:cNvSpPr/>
          <p:nvPr/>
        </p:nvSpPr>
        <p:spPr>
          <a:xfrm>
            <a:off x="156728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147584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U.S. POLO ASSN.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147584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¥5,996</a:t>
            </a:r>
            <a:endParaRPr lang="en-US" sz="950" dirty="0"/>
          </a:p>
        </p:txBody>
      </p:sp>
      <p:pic>
        <p:nvPicPr>
          <p:cNvPr id="35" name="Image 6" descr="sweat_thumbs/t_014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894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36" name="Shape 27"/>
          <p:cNvSpPr/>
          <p:nvPr/>
        </p:nvSpPr>
        <p:spPr>
          <a:xfrm>
            <a:off x="341894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37" name="Text 28"/>
          <p:cNvSpPr/>
          <p:nvPr/>
        </p:nvSpPr>
        <p:spPr>
          <a:xfrm>
            <a:off x="341894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00" dirty="0"/>
          </a:p>
        </p:txBody>
      </p:sp>
      <p:sp>
        <p:nvSpPr>
          <p:cNvPr id="38" name="Text 29"/>
          <p:cNvSpPr/>
          <p:nvPr/>
        </p:nvSpPr>
        <p:spPr>
          <a:xfrm>
            <a:off x="332750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adidas</a:t>
            </a:r>
            <a:endParaRPr lang="en-US" sz="1000" dirty="0"/>
          </a:p>
        </p:txBody>
      </p:sp>
      <p:sp>
        <p:nvSpPr>
          <p:cNvPr id="39" name="Text 30"/>
          <p:cNvSpPr/>
          <p:nvPr/>
        </p:nvSpPr>
        <p:spPr>
          <a:xfrm>
            <a:off x="332750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¥13,860</a:t>
            </a:r>
            <a:endParaRPr lang="en-US" sz="950" dirty="0"/>
          </a:p>
        </p:txBody>
      </p:sp>
      <p:pic>
        <p:nvPicPr>
          <p:cNvPr id="40" name="Image 7" descr="sweat_thumbs/t_015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7060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41" name="Shape 31"/>
          <p:cNvSpPr/>
          <p:nvPr/>
        </p:nvSpPr>
        <p:spPr>
          <a:xfrm>
            <a:off x="527060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42" name="Text 32"/>
          <p:cNvSpPr/>
          <p:nvPr/>
        </p:nvSpPr>
        <p:spPr>
          <a:xfrm>
            <a:off x="527060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00" dirty="0"/>
          </a:p>
        </p:txBody>
      </p:sp>
      <p:sp>
        <p:nvSpPr>
          <p:cNvPr id="43" name="Text 33"/>
          <p:cNvSpPr/>
          <p:nvPr/>
        </p:nvSpPr>
        <p:spPr>
          <a:xfrm>
            <a:off x="517916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FRAY I.D</a:t>
            </a:r>
            <a:endParaRPr lang="en-US" sz="1000" dirty="0"/>
          </a:p>
        </p:txBody>
      </p:sp>
      <p:sp>
        <p:nvSpPr>
          <p:cNvPr id="44" name="Text 34"/>
          <p:cNvSpPr/>
          <p:nvPr/>
        </p:nvSpPr>
        <p:spPr>
          <a:xfrm>
            <a:off x="517916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¥10,450</a:t>
            </a:r>
            <a:endParaRPr lang="en-US" sz="950" dirty="0"/>
          </a:p>
        </p:txBody>
      </p:sp>
      <p:pic>
        <p:nvPicPr>
          <p:cNvPr id="45" name="Image 8" descr="sweat_thumbs/t_020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2226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46" name="Shape 35"/>
          <p:cNvSpPr/>
          <p:nvPr/>
        </p:nvSpPr>
        <p:spPr>
          <a:xfrm>
            <a:off x="712226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47" name="Text 36"/>
          <p:cNvSpPr/>
          <p:nvPr/>
        </p:nvSpPr>
        <p:spPr>
          <a:xfrm>
            <a:off x="712226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1000" dirty="0"/>
          </a:p>
        </p:txBody>
      </p:sp>
      <p:sp>
        <p:nvSpPr>
          <p:cNvPr id="48" name="Text 37"/>
          <p:cNvSpPr/>
          <p:nvPr/>
        </p:nvSpPr>
        <p:spPr>
          <a:xfrm>
            <a:off x="703082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PUMA</a:t>
            </a:r>
            <a:endParaRPr lang="en-US" sz="1000" dirty="0"/>
          </a:p>
        </p:txBody>
      </p:sp>
      <p:sp>
        <p:nvSpPr>
          <p:cNvPr id="49" name="Text 38"/>
          <p:cNvSpPr/>
          <p:nvPr/>
        </p:nvSpPr>
        <p:spPr>
          <a:xfrm>
            <a:off x="703082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¥9,999</a:t>
            </a:r>
            <a:endParaRPr lang="en-US" sz="950" dirty="0"/>
          </a:p>
        </p:txBody>
      </p:sp>
      <p:pic>
        <p:nvPicPr>
          <p:cNvPr id="50" name="Image 9" descr="sweat_thumbs/t_025.jp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7392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51" name="Shape 39"/>
          <p:cNvSpPr/>
          <p:nvPr/>
        </p:nvSpPr>
        <p:spPr>
          <a:xfrm>
            <a:off x="897392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52" name="Text 40"/>
          <p:cNvSpPr/>
          <p:nvPr/>
        </p:nvSpPr>
        <p:spPr>
          <a:xfrm>
            <a:off x="897392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1000" dirty="0"/>
          </a:p>
        </p:txBody>
      </p:sp>
      <p:sp>
        <p:nvSpPr>
          <p:cNvPr id="53" name="Text 41"/>
          <p:cNvSpPr/>
          <p:nvPr/>
        </p:nvSpPr>
        <p:spPr>
          <a:xfrm>
            <a:off x="888248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FRED PERRY</a:t>
            </a:r>
            <a:endParaRPr lang="en-US" sz="1000" dirty="0"/>
          </a:p>
        </p:txBody>
      </p:sp>
      <p:sp>
        <p:nvSpPr>
          <p:cNvPr id="54" name="Text 42"/>
          <p:cNvSpPr/>
          <p:nvPr/>
        </p:nvSpPr>
        <p:spPr>
          <a:xfrm>
            <a:off x="888248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¥14,960</a:t>
            </a:r>
            <a:endParaRPr lang="en-US" sz="950" dirty="0"/>
          </a:p>
        </p:txBody>
      </p:sp>
      <p:sp>
        <p:nvSpPr>
          <p:cNvPr id="55" name="Text 43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PRINT · 프린트/패턴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스몰 로고·원포인트  (2/2)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112471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가슴 작은 로고/자수   ·   19개</a:t>
            </a:r>
            <a:endParaRPr lang="en-US" sz="1150" dirty="0"/>
          </a:p>
        </p:txBody>
      </p:sp>
      <p:pic>
        <p:nvPicPr>
          <p:cNvPr id="5" name="Image 0" descr="sweat_thumbs/t_02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728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156728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156728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47584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FREAK'S STORE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47584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¥7,997</a:t>
            </a:r>
            <a:endParaRPr lang="en-US" sz="950" dirty="0"/>
          </a:p>
        </p:txBody>
      </p:sp>
      <p:pic>
        <p:nvPicPr>
          <p:cNvPr id="10" name="Image 1" descr="sweat_thumbs/t_030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894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1" name="Shape 7"/>
          <p:cNvSpPr/>
          <p:nvPr/>
        </p:nvSpPr>
        <p:spPr>
          <a:xfrm>
            <a:off x="341894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341894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32750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GAP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32750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¥2,999</a:t>
            </a:r>
            <a:endParaRPr lang="en-US" sz="950" dirty="0"/>
          </a:p>
        </p:txBody>
      </p:sp>
      <p:pic>
        <p:nvPicPr>
          <p:cNvPr id="15" name="Image 2" descr="sweat_thumbs/t_034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60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6" name="Shape 11"/>
          <p:cNvSpPr/>
          <p:nvPr/>
        </p:nvSpPr>
        <p:spPr>
          <a:xfrm>
            <a:off x="527060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527060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517916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adidas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517916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¥8,800</a:t>
            </a:r>
            <a:endParaRPr lang="en-US" sz="950" dirty="0"/>
          </a:p>
        </p:txBody>
      </p:sp>
      <p:pic>
        <p:nvPicPr>
          <p:cNvPr id="20" name="Image 3" descr="sweat_thumbs/t_038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226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21" name="Shape 15"/>
          <p:cNvSpPr/>
          <p:nvPr/>
        </p:nvSpPr>
        <p:spPr>
          <a:xfrm>
            <a:off x="712226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22" name="Text 16"/>
          <p:cNvSpPr/>
          <p:nvPr/>
        </p:nvSpPr>
        <p:spPr>
          <a:xfrm>
            <a:off x="712226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703082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URBAN RESEARCH Sonny Label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703082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¥4,554</a:t>
            </a:r>
            <a:endParaRPr lang="en-US" sz="950" dirty="0"/>
          </a:p>
        </p:txBody>
      </p:sp>
      <p:pic>
        <p:nvPicPr>
          <p:cNvPr id="25" name="Image 4" descr="sweat_thumbs/t_041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392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26" name="Shape 19"/>
          <p:cNvSpPr/>
          <p:nvPr/>
        </p:nvSpPr>
        <p:spPr>
          <a:xfrm>
            <a:off x="897392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27" name="Text 20"/>
          <p:cNvSpPr/>
          <p:nvPr/>
        </p:nvSpPr>
        <p:spPr>
          <a:xfrm>
            <a:off x="897392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888248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AMI Alexandre Mattiussi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888248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¥30,800</a:t>
            </a:r>
            <a:endParaRPr lang="en-US" sz="950" dirty="0"/>
          </a:p>
        </p:txBody>
      </p:sp>
      <p:pic>
        <p:nvPicPr>
          <p:cNvPr id="30" name="Image 5" descr="sweat_thumbs/t_04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728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31" name="Shape 23"/>
          <p:cNvSpPr/>
          <p:nvPr/>
        </p:nvSpPr>
        <p:spPr>
          <a:xfrm>
            <a:off x="156728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32" name="Text 24"/>
          <p:cNvSpPr/>
          <p:nvPr/>
        </p:nvSpPr>
        <p:spPr>
          <a:xfrm>
            <a:off x="156728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147584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Mila Owen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147584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¥9,460</a:t>
            </a:r>
            <a:endParaRPr lang="en-US" sz="950" dirty="0"/>
          </a:p>
        </p:txBody>
      </p:sp>
      <p:pic>
        <p:nvPicPr>
          <p:cNvPr id="35" name="Image 6" descr="sweat_thumbs/t_045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894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36" name="Shape 27"/>
          <p:cNvSpPr/>
          <p:nvPr/>
        </p:nvSpPr>
        <p:spPr>
          <a:xfrm>
            <a:off x="341894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37" name="Text 28"/>
          <p:cNvSpPr/>
          <p:nvPr/>
        </p:nvSpPr>
        <p:spPr>
          <a:xfrm>
            <a:off x="341894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</a:t>
            </a:r>
            <a:endParaRPr lang="en-US" sz="1000" dirty="0"/>
          </a:p>
        </p:txBody>
      </p:sp>
      <p:sp>
        <p:nvSpPr>
          <p:cNvPr id="38" name="Text 29"/>
          <p:cNvSpPr/>
          <p:nvPr/>
        </p:nvSpPr>
        <p:spPr>
          <a:xfrm>
            <a:off x="332750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SNIDEL</a:t>
            </a:r>
            <a:endParaRPr lang="en-US" sz="1000" dirty="0"/>
          </a:p>
        </p:txBody>
      </p:sp>
      <p:sp>
        <p:nvSpPr>
          <p:cNvPr id="39" name="Text 30"/>
          <p:cNvSpPr/>
          <p:nvPr/>
        </p:nvSpPr>
        <p:spPr>
          <a:xfrm>
            <a:off x="332750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¥18,480</a:t>
            </a:r>
            <a:endParaRPr lang="en-US" sz="950" dirty="0"/>
          </a:p>
        </p:txBody>
      </p:sp>
      <p:pic>
        <p:nvPicPr>
          <p:cNvPr id="40" name="Image 7" descr="sweat_thumbs/t_046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7060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41" name="Shape 31"/>
          <p:cNvSpPr/>
          <p:nvPr/>
        </p:nvSpPr>
        <p:spPr>
          <a:xfrm>
            <a:off x="527060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42" name="Text 32"/>
          <p:cNvSpPr/>
          <p:nvPr/>
        </p:nvSpPr>
        <p:spPr>
          <a:xfrm>
            <a:off x="527060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</a:t>
            </a:r>
            <a:endParaRPr lang="en-US" sz="1000" dirty="0"/>
          </a:p>
        </p:txBody>
      </p:sp>
      <p:sp>
        <p:nvSpPr>
          <p:cNvPr id="43" name="Text 33"/>
          <p:cNvSpPr/>
          <p:nvPr/>
        </p:nvSpPr>
        <p:spPr>
          <a:xfrm>
            <a:off x="517916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U.S. POLO ASSN.</a:t>
            </a:r>
            <a:endParaRPr lang="en-US" sz="1000" dirty="0"/>
          </a:p>
        </p:txBody>
      </p:sp>
      <p:sp>
        <p:nvSpPr>
          <p:cNvPr id="44" name="Text 34"/>
          <p:cNvSpPr/>
          <p:nvPr/>
        </p:nvSpPr>
        <p:spPr>
          <a:xfrm>
            <a:off x="517916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¥5,290</a:t>
            </a:r>
            <a:endParaRPr lang="en-US" sz="950" dirty="0"/>
          </a:p>
        </p:txBody>
      </p:sp>
      <p:pic>
        <p:nvPicPr>
          <p:cNvPr id="45" name="Image 8" descr="sweat_thumbs/t_048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2226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46" name="Shape 35"/>
          <p:cNvSpPr/>
          <p:nvPr/>
        </p:nvSpPr>
        <p:spPr>
          <a:xfrm>
            <a:off x="712226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47" name="Text 36"/>
          <p:cNvSpPr/>
          <p:nvPr/>
        </p:nvSpPr>
        <p:spPr>
          <a:xfrm>
            <a:off x="712226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</a:t>
            </a:r>
            <a:endParaRPr lang="en-US" sz="1000" dirty="0"/>
          </a:p>
        </p:txBody>
      </p:sp>
      <p:sp>
        <p:nvSpPr>
          <p:cNvPr id="48" name="Text 37"/>
          <p:cNvSpPr/>
          <p:nvPr/>
        </p:nvSpPr>
        <p:spPr>
          <a:xfrm>
            <a:off x="703082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Champion</a:t>
            </a:r>
            <a:endParaRPr lang="en-US" sz="1000" dirty="0"/>
          </a:p>
        </p:txBody>
      </p:sp>
      <p:sp>
        <p:nvSpPr>
          <p:cNvPr id="49" name="Text 38"/>
          <p:cNvSpPr/>
          <p:nvPr/>
        </p:nvSpPr>
        <p:spPr>
          <a:xfrm>
            <a:off x="703082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¥14,850</a:t>
            </a:r>
            <a:endParaRPr lang="en-US" sz="950" dirty="0"/>
          </a:p>
        </p:txBody>
      </p:sp>
      <p:sp>
        <p:nvSpPr>
          <p:cNvPr id="50" name="Text 39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PRINT · 프린트/패턴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레터링·바시티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112471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텍스트·슬로건·칼리지   ·   9개</a:t>
            </a:r>
            <a:endParaRPr lang="en-US" sz="1150" dirty="0"/>
          </a:p>
        </p:txBody>
      </p:sp>
      <p:pic>
        <p:nvPicPr>
          <p:cNvPr id="5" name="Image 0" descr="sweat_thumbs/t_0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728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156728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156728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47584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MOUSSY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47584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¥3,999</a:t>
            </a:r>
            <a:endParaRPr lang="en-US" sz="950" dirty="0"/>
          </a:p>
        </p:txBody>
      </p:sp>
      <p:pic>
        <p:nvPicPr>
          <p:cNvPr id="10" name="Image 1" descr="sweat_thumbs/t_008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894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1" name="Shape 7"/>
          <p:cNvSpPr/>
          <p:nvPr/>
        </p:nvSpPr>
        <p:spPr>
          <a:xfrm>
            <a:off x="341894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341894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32750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U.S. POLO ASSN.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32750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¥5,996</a:t>
            </a:r>
            <a:endParaRPr lang="en-US" sz="950" dirty="0"/>
          </a:p>
        </p:txBody>
      </p:sp>
      <p:pic>
        <p:nvPicPr>
          <p:cNvPr id="15" name="Image 2" descr="sweat_thumbs/t_01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60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6" name="Shape 11"/>
          <p:cNvSpPr/>
          <p:nvPr/>
        </p:nvSpPr>
        <p:spPr>
          <a:xfrm>
            <a:off x="527060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527060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517916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Ungrid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517916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¥8,800</a:t>
            </a:r>
            <a:endParaRPr lang="en-US" sz="950" dirty="0"/>
          </a:p>
        </p:txBody>
      </p:sp>
      <p:pic>
        <p:nvPicPr>
          <p:cNvPr id="20" name="Image 3" descr="sweat_thumbs/t_032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226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21" name="Shape 15"/>
          <p:cNvSpPr/>
          <p:nvPr/>
        </p:nvSpPr>
        <p:spPr>
          <a:xfrm>
            <a:off x="712226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22" name="Text 16"/>
          <p:cNvSpPr/>
          <p:nvPr/>
        </p:nvSpPr>
        <p:spPr>
          <a:xfrm>
            <a:off x="712226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703082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MOUSSY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703082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¥9,990</a:t>
            </a:r>
            <a:endParaRPr lang="en-US" sz="950" dirty="0"/>
          </a:p>
        </p:txBody>
      </p:sp>
      <p:pic>
        <p:nvPicPr>
          <p:cNvPr id="25" name="Image 4" descr="sweat_thumbs/t_035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392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26" name="Shape 19"/>
          <p:cNvSpPr/>
          <p:nvPr/>
        </p:nvSpPr>
        <p:spPr>
          <a:xfrm>
            <a:off x="897392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27" name="Text 20"/>
          <p:cNvSpPr/>
          <p:nvPr/>
        </p:nvSpPr>
        <p:spPr>
          <a:xfrm>
            <a:off x="897392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888248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PUAL CE CIN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888248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¥6,930</a:t>
            </a:r>
            <a:endParaRPr lang="en-US" sz="950" dirty="0"/>
          </a:p>
        </p:txBody>
      </p:sp>
      <p:pic>
        <p:nvPicPr>
          <p:cNvPr id="30" name="Image 5" descr="sweat_thumbs/t_036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728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31" name="Shape 23"/>
          <p:cNvSpPr/>
          <p:nvPr/>
        </p:nvSpPr>
        <p:spPr>
          <a:xfrm>
            <a:off x="156728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32" name="Text 24"/>
          <p:cNvSpPr/>
          <p:nvPr/>
        </p:nvSpPr>
        <p:spPr>
          <a:xfrm>
            <a:off x="156728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147584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FREAK'S STORE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147584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¥2,552</a:t>
            </a:r>
            <a:endParaRPr lang="en-US" sz="950" dirty="0"/>
          </a:p>
        </p:txBody>
      </p:sp>
      <p:pic>
        <p:nvPicPr>
          <p:cNvPr id="35" name="Image 6" descr="sweat_thumbs/t_037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894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36" name="Shape 27"/>
          <p:cNvSpPr/>
          <p:nvPr/>
        </p:nvSpPr>
        <p:spPr>
          <a:xfrm>
            <a:off x="341894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37" name="Text 28"/>
          <p:cNvSpPr/>
          <p:nvPr/>
        </p:nvSpPr>
        <p:spPr>
          <a:xfrm>
            <a:off x="341894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</a:t>
            </a:r>
            <a:endParaRPr lang="en-US" sz="1000" dirty="0"/>
          </a:p>
        </p:txBody>
      </p:sp>
      <p:sp>
        <p:nvSpPr>
          <p:cNvPr id="38" name="Text 29"/>
          <p:cNvSpPr/>
          <p:nvPr/>
        </p:nvSpPr>
        <p:spPr>
          <a:xfrm>
            <a:off x="332750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VIVID LADY</a:t>
            </a:r>
            <a:endParaRPr lang="en-US" sz="1000" dirty="0"/>
          </a:p>
        </p:txBody>
      </p:sp>
      <p:sp>
        <p:nvSpPr>
          <p:cNvPr id="39" name="Text 30"/>
          <p:cNvSpPr/>
          <p:nvPr/>
        </p:nvSpPr>
        <p:spPr>
          <a:xfrm>
            <a:off x="332750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¥3,290</a:t>
            </a:r>
            <a:endParaRPr lang="en-US" sz="950" dirty="0"/>
          </a:p>
        </p:txBody>
      </p:sp>
      <p:pic>
        <p:nvPicPr>
          <p:cNvPr id="40" name="Image 7" descr="sweat_thumbs/t_039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7060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41" name="Shape 31"/>
          <p:cNvSpPr/>
          <p:nvPr/>
        </p:nvSpPr>
        <p:spPr>
          <a:xfrm>
            <a:off x="527060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42" name="Text 32"/>
          <p:cNvSpPr/>
          <p:nvPr/>
        </p:nvSpPr>
        <p:spPr>
          <a:xfrm>
            <a:off x="527060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</a:t>
            </a:r>
            <a:endParaRPr lang="en-US" sz="1000" dirty="0"/>
          </a:p>
        </p:txBody>
      </p:sp>
      <p:sp>
        <p:nvSpPr>
          <p:cNvPr id="43" name="Text 33"/>
          <p:cNvSpPr/>
          <p:nvPr/>
        </p:nvSpPr>
        <p:spPr>
          <a:xfrm>
            <a:off x="517916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SHEPP</a:t>
            </a:r>
            <a:endParaRPr lang="en-US" sz="1000" dirty="0"/>
          </a:p>
        </p:txBody>
      </p:sp>
      <p:sp>
        <p:nvSpPr>
          <p:cNvPr id="44" name="Text 34"/>
          <p:cNvSpPr/>
          <p:nvPr/>
        </p:nvSpPr>
        <p:spPr>
          <a:xfrm>
            <a:off x="517916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¥3,390</a:t>
            </a:r>
            <a:endParaRPr lang="en-US" sz="950" dirty="0"/>
          </a:p>
        </p:txBody>
      </p:sp>
      <p:pic>
        <p:nvPicPr>
          <p:cNvPr id="45" name="Image 8" descr="sweat_thumbs/t_050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2226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46" name="Shape 35"/>
          <p:cNvSpPr/>
          <p:nvPr/>
        </p:nvSpPr>
        <p:spPr>
          <a:xfrm>
            <a:off x="712226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47" name="Text 36"/>
          <p:cNvSpPr/>
          <p:nvPr/>
        </p:nvSpPr>
        <p:spPr>
          <a:xfrm>
            <a:off x="712226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</a:t>
            </a:r>
            <a:endParaRPr lang="en-US" sz="1000" dirty="0"/>
          </a:p>
        </p:txBody>
      </p:sp>
      <p:sp>
        <p:nvSpPr>
          <p:cNvPr id="48" name="Text 37"/>
          <p:cNvSpPr/>
          <p:nvPr/>
        </p:nvSpPr>
        <p:spPr>
          <a:xfrm>
            <a:off x="703082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coca（coca）</a:t>
            </a:r>
            <a:endParaRPr lang="en-US" sz="1000" dirty="0"/>
          </a:p>
        </p:txBody>
      </p:sp>
      <p:sp>
        <p:nvSpPr>
          <p:cNvPr id="49" name="Text 38"/>
          <p:cNvSpPr/>
          <p:nvPr/>
        </p:nvSpPr>
        <p:spPr>
          <a:xfrm>
            <a:off x="703082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¥890</a:t>
            </a:r>
            <a:endParaRPr lang="en-US" sz="950" dirty="0"/>
          </a:p>
        </p:txBody>
      </p:sp>
      <p:sp>
        <p:nvSpPr>
          <p:cNvPr id="50" name="Text 39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PRINT · 프린트/패턴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그래픽·아트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112471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회화·캐릭터·심볼   ·   7개</a:t>
            </a:r>
            <a:endParaRPr lang="en-US" sz="1150" dirty="0"/>
          </a:p>
        </p:txBody>
      </p:sp>
      <p:pic>
        <p:nvPicPr>
          <p:cNvPr id="5" name="Image 0" descr="sweat_thumbs/t_01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311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249311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249311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40167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Disney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40167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¥6,490</a:t>
            </a:r>
            <a:endParaRPr lang="en-US" sz="950" dirty="0"/>
          </a:p>
        </p:txBody>
      </p:sp>
      <p:pic>
        <p:nvPicPr>
          <p:cNvPr id="10" name="Image 1" descr="sweat_thumbs/t_02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477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1" name="Shape 7"/>
          <p:cNvSpPr/>
          <p:nvPr/>
        </p:nvSpPr>
        <p:spPr>
          <a:xfrm>
            <a:off x="434477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434477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25333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LADY LIKE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25333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¥3,721</a:t>
            </a:r>
            <a:endParaRPr lang="en-US" sz="950" dirty="0"/>
          </a:p>
        </p:txBody>
      </p:sp>
      <p:pic>
        <p:nvPicPr>
          <p:cNvPr id="15" name="Image 2" descr="sweat_thumbs/t_026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43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6" name="Shape 11"/>
          <p:cNvSpPr/>
          <p:nvPr/>
        </p:nvSpPr>
        <p:spPr>
          <a:xfrm>
            <a:off x="619643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619643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610499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JILL by JILL STUART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610499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¥5,940</a:t>
            </a:r>
            <a:endParaRPr lang="en-US" sz="950" dirty="0"/>
          </a:p>
        </p:txBody>
      </p:sp>
      <p:pic>
        <p:nvPicPr>
          <p:cNvPr id="20" name="Image 3" descr="sweat_thumbs/t_03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809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21" name="Shape 15"/>
          <p:cNvSpPr/>
          <p:nvPr/>
        </p:nvSpPr>
        <p:spPr>
          <a:xfrm>
            <a:off x="804809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22" name="Text 16"/>
          <p:cNvSpPr/>
          <p:nvPr/>
        </p:nvSpPr>
        <p:spPr>
          <a:xfrm>
            <a:off x="804809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795665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PUBLUX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795665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¥2,497</a:t>
            </a:r>
            <a:endParaRPr lang="en-US" sz="950" dirty="0"/>
          </a:p>
        </p:txBody>
      </p:sp>
      <p:pic>
        <p:nvPicPr>
          <p:cNvPr id="25" name="Image 4" descr="sweat_thumbs/t_040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311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26" name="Shape 19"/>
          <p:cNvSpPr/>
          <p:nvPr/>
        </p:nvSpPr>
        <p:spPr>
          <a:xfrm>
            <a:off x="249311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27" name="Text 20"/>
          <p:cNvSpPr/>
          <p:nvPr/>
        </p:nvSpPr>
        <p:spPr>
          <a:xfrm>
            <a:off x="249311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240167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niko and...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240167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¥6,600</a:t>
            </a:r>
            <a:endParaRPr lang="en-US" sz="950" dirty="0"/>
          </a:p>
        </p:txBody>
      </p:sp>
      <p:pic>
        <p:nvPicPr>
          <p:cNvPr id="30" name="Image 5" descr="sweat_thumbs/t_043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477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31" name="Shape 23"/>
          <p:cNvSpPr/>
          <p:nvPr/>
        </p:nvSpPr>
        <p:spPr>
          <a:xfrm>
            <a:off x="434477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32" name="Text 24"/>
          <p:cNvSpPr/>
          <p:nvPr/>
        </p:nvSpPr>
        <p:spPr>
          <a:xfrm>
            <a:off x="434477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425333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LOWRYS FARM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425333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¥5,500</a:t>
            </a:r>
            <a:endParaRPr lang="en-US" sz="950" dirty="0"/>
          </a:p>
        </p:txBody>
      </p:sp>
      <p:pic>
        <p:nvPicPr>
          <p:cNvPr id="35" name="Image 6" descr="sweat_thumbs/t_047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643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36" name="Shape 27"/>
          <p:cNvSpPr/>
          <p:nvPr/>
        </p:nvSpPr>
        <p:spPr>
          <a:xfrm>
            <a:off x="619643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37" name="Text 28"/>
          <p:cNvSpPr/>
          <p:nvPr/>
        </p:nvSpPr>
        <p:spPr>
          <a:xfrm>
            <a:off x="619643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</a:t>
            </a:r>
            <a:endParaRPr lang="en-US" sz="1000" dirty="0"/>
          </a:p>
        </p:txBody>
      </p:sp>
      <p:sp>
        <p:nvSpPr>
          <p:cNvPr id="38" name="Text 29"/>
          <p:cNvSpPr/>
          <p:nvPr/>
        </p:nvSpPr>
        <p:spPr>
          <a:xfrm>
            <a:off x="610499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niko and...</a:t>
            </a:r>
            <a:endParaRPr lang="en-US" sz="1000" dirty="0"/>
          </a:p>
        </p:txBody>
      </p:sp>
      <p:sp>
        <p:nvSpPr>
          <p:cNvPr id="39" name="Text 30"/>
          <p:cNvSpPr/>
          <p:nvPr/>
        </p:nvSpPr>
        <p:spPr>
          <a:xfrm>
            <a:off x="610499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¥4,899</a:t>
            </a:r>
            <a:endParaRPr lang="en-US" sz="950" dirty="0"/>
          </a:p>
        </p:txBody>
      </p:sp>
      <p:sp>
        <p:nvSpPr>
          <p:cNvPr id="40" name="Text 31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PRINT · 프린트/패턴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플라워·꽃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112471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꽃 그래픽 (Mardi 홈그라운드)   ·   1개</a:t>
            </a:r>
            <a:endParaRPr lang="en-US" sz="1150" dirty="0"/>
          </a:p>
        </p:txBody>
      </p:sp>
      <p:pic>
        <p:nvPicPr>
          <p:cNvPr id="5" name="Image 0" descr="sweat_thumbs/t_0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29988" y="1600200"/>
            <a:ext cx="2331720" cy="2331720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4929988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929988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838548" y="39593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Mardi Mercredi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838548" y="415137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¥9,900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FORM · 실루엣·핏·넥라인 (프린트와 별개 축)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헨리·폴로넥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112471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 플래킷/카라 넥라인   ·   3개</a:t>
            </a:r>
            <a:endParaRPr lang="en-US" sz="1150" dirty="0"/>
          </a:p>
        </p:txBody>
      </p:sp>
      <p:pic>
        <p:nvPicPr>
          <p:cNvPr id="5" name="Image 0" descr="sweat_thumbs/t_0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7100" y="1600200"/>
            <a:ext cx="2331720" cy="2331720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2397100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2397100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305660" y="39593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adidas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305660" y="415137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¥13,860</a:t>
            </a:r>
            <a:endParaRPr lang="en-US" sz="950" dirty="0"/>
          </a:p>
        </p:txBody>
      </p:sp>
      <p:pic>
        <p:nvPicPr>
          <p:cNvPr id="10" name="Image 1" descr="sweat_thumbs/t_014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9988" y="1600200"/>
            <a:ext cx="2331720" cy="2331720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1" name="Shape 7"/>
          <p:cNvSpPr/>
          <p:nvPr/>
        </p:nvSpPr>
        <p:spPr>
          <a:xfrm>
            <a:off x="4929988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4929988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838548" y="39593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adidas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838548" y="415137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¥13,860</a:t>
            </a:r>
            <a:endParaRPr lang="en-US" sz="950" dirty="0"/>
          </a:p>
        </p:txBody>
      </p:sp>
      <p:pic>
        <p:nvPicPr>
          <p:cNvPr id="15" name="Image 2" descr="sweat_thumbs/t_038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2876" y="1600200"/>
            <a:ext cx="2331720" cy="2331720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6" name="Shape 11"/>
          <p:cNvSpPr/>
          <p:nvPr/>
        </p:nvSpPr>
        <p:spPr>
          <a:xfrm>
            <a:off x="7462876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7462876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7371436" y="39593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URBAN RESEARCH Sonny Label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7371436" y="415137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¥4,554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FORM · 실루엣·핏·넥라인 (프린트와 별개 축)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러플·프릴·레이스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112471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페미닌 디테일   ·   2개</a:t>
            </a:r>
            <a:endParaRPr lang="en-US" sz="1150" dirty="0"/>
          </a:p>
        </p:txBody>
      </p:sp>
      <p:pic>
        <p:nvPicPr>
          <p:cNvPr id="5" name="Image 0" descr="sweat_thumbs/t_0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63544" y="1600200"/>
            <a:ext cx="2331720" cy="2331720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3663544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3663544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572104" y="39593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AMELY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572104" y="415137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¥2,980</a:t>
            </a:r>
            <a:endParaRPr lang="en-US" sz="950" dirty="0"/>
          </a:p>
        </p:txBody>
      </p:sp>
      <p:pic>
        <p:nvPicPr>
          <p:cNvPr id="10" name="Image 1" descr="sweat_thumbs/t_02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6432" y="1600200"/>
            <a:ext cx="2331720" cy="2331720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1" name="Shape 7"/>
          <p:cNvSpPr/>
          <p:nvPr/>
        </p:nvSpPr>
        <p:spPr>
          <a:xfrm>
            <a:off x="619643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619643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6104992" y="39593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RANAN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6104992" y="415137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¥4,400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FORM · 실루엣·핏·넥라인 (프린트와 별개 축)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퍼프·플리츠·볼륨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112471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볼륨·주름 소매   ·   2개</a:t>
            </a:r>
            <a:endParaRPr lang="en-US" sz="1150" dirty="0"/>
          </a:p>
        </p:txBody>
      </p:sp>
      <p:pic>
        <p:nvPicPr>
          <p:cNvPr id="5" name="Image 0" descr="sweat_thumbs/t_04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63544" y="1600200"/>
            <a:ext cx="2331720" cy="2331720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3663544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3663544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572104" y="39593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LILY BROWN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572104" y="415137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¥5,940</a:t>
            </a:r>
            <a:endParaRPr lang="en-US" sz="950" dirty="0"/>
          </a:p>
        </p:txBody>
      </p:sp>
      <p:pic>
        <p:nvPicPr>
          <p:cNvPr id="10" name="Image 1" descr="sweat_thumbs/t_048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6432" y="1600200"/>
            <a:ext cx="2331720" cy="2331720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1" name="Shape 7"/>
          <p:cNvSpPr/>
          <p:nvPr/>
        </p:nvSpPr>
        <p:spPr>
          <a:xfrm>
            <a:off x="619643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619643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6104992" y="39593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Champion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6104992" y="415137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¥14,850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FORM · 실루엣·핏·넥라인 (프린트와 별개 축)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오프숄더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112471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숄더 노출   ·   3개</a:t>
            </a:r>
            <a:endParaRPr lang="en-US" sz="1150" dirty="0"/>
          </a:p>
        </p:txBody>
      </p:sp>
      <p:pic>
        <p:nvPicPr>
          <p:cNvPr id="5" name="Image 0" descr="sweat_thumbs/t_0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7100" y="1600200"/>
            <a:ext cx="2331720" cy="2331720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2397100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2397100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305660" y="39593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HANNE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305660" y="415137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¥2,442</a:t>
            </a:r>
            <a:endParaRPr lang="en-US" sz="950" dirty="0"/>
          </a:p>
        </p:txBody>
      </p:sp>
      <p:pic>
        <p:nvPicPr>
          <p:cNvPr id="10" name="Image 1" descr="sweat_thumbs/t_018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9988" y="1600200"/>
            <a:ext cx="2331720" cy="2331720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1" name="Shape 7"/>
          <p:cNvSpPr/>
          <p:nvPr/>
        </p:nvSpPr>
        <p:spPr>
          <a:xfrm>
            <a:off x="4929988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4929988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838548" y="39593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INGNI SOELA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838548" y="415137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¥2,970</a:t>
            </a:r>
            <a:endParaRPr lang="en-US" sz="950" dirty="0"/>
          </a:p>
        </p:txBody>
      </p:sp>
      <p:pic>
        <p:nvPicPr>
          <p:cNvPr id="15" name="Image 2" descr="sweat_thumbs/t_024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2876" y="1600200"/>
            <a:ext cx="2331720" cy="2331720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6" name="Shape 11"/>
          <p:cNvSpPr/>
          <p:nvPr/>
        </p:nvSpPr>
        <p:spPr>
          <a:xfrm>
            <a:off x="7462876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7462876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7371436" y="39593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jouetie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7371436" y="415137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¥4,620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FORM · 실루엣·핏·넥라인 (프린트와 별개 축)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하프집·집업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112471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넥 지퍼 디테일   ·   4개</a:t>
            </a:r>
            <a:endParaRPr lang="en-US" sz="1150" dirty="0"/>
          </a:p>
        </p:txBody>
      </p:sp>
      <p:pic>
        <p:nvPicPr>
          <p:cNvPr id="5" name="Image 0" descr="sweat_thumbs/t_0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656" y="1600200"/>
            <a:ext cx="2331720" cy="2331720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1130656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1130656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39216" y="39593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FRAY I.D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39216" y="415137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¥10,450</a:t>
            </a:r>
            <a:endParaRPr lang="en-US" sz="950" dirty="0"/>
          </a:p>
        </p:txBody>
      </p:sp>
      <p:pic>
        <p:nvPicPr>
          <p:cNvPr id="10" name="Image 1" descr="sweat_thumbs/t_030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3544" y="1600200"/>
            <a:ext cx="2331720" cy="2331720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1" name="Shape 7"/>
          <p:cNvSpPr/>
          <p:nvPr/>
        </p:nvSpPr>
        <p:spPr>
          <a:xfrm>
            <a:off x="3663544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3663544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572104" y="39593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GAP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572104" y="415137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¥2,999</a:t>
            </a:r>
            <a:endParaRPr lang="en-US" sz="950" dirty="0"/>
          </a:p>
        </p:txBody>
      </p:sp>
      <p:pic>
        <p:nvPicPr>
          <p:cNvPr id="15" name="Image 2" descr="sweat_thumbs/t_031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432" y="1600200"/>
            <a:ext cx="2331720" cy="2331720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6" name="Shape 11"/>
          <p:cNvSpPr/>
          <p:nvPr/>
        </p:nvSpPr>
        <p:spPr>
          <a:xfrm>
            <a:off x="619643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619643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6104992" y="39593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FREAK'S STORE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6104992" y="415137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¥6,490</a:t>
            </a:r>
            <a:endParaRPr lang="en-US" sz="950" dirty="0"/>
          </a:p>
        </p:txBody>
      </p:sp>
      <p:pic>
        <p:nvPicPr>
          <p:cNvPr id="20" name="Image 3" descr="sweat_thumbs/t_034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9320" y="1600200"/>
            <a:ext cx="2331720" cy="2331720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21" name="Shape 15"/>
          <p:cNvSpPr/>
          <p:nvPr/>
        </p:nvSpPr>
        <p:spPr>
          <a:xfrm>
            <a:off x="8729320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22" name="Text 16"/>
          <p:cNvSpPr/>
          <p:nvPr/>
        </p:nvSpPr>
        <p:spPr>
          <a:xfrm>
            <a:off x="8729320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8637880" y="39593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adidas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8637880" y="415137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¥8,800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FORM · 실루엣·핏·넥라인 (프린트와 별개 축)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크롭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112471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짧은 기장·미드리프   ·   3개</a:t>
            </a:r>
            <a:endParaRPr lang="en-US" sz="1150" dirty="0"/>
          </a:p>
        </p:txBody>
      </p:sp>
      <p:pic>
        <p:nvPicPr>
          <p:cNvPr id="5" name="Image 0" descr="sweat_thumbs/t_0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7100" y="1600200"/>
            <a:ext cx="2331720" cy="2331720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2397100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2397100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305660" y="39593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LOWRYS FARM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305660" y="415137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¥3,300</a:t>
            </a:r>
            <a:endParaRPr lang="en-US" sz="950" dirty="0"/>
          </a:p>
        </p:txBody>
      </p:sp>
      <p:pic>
        <p:nvPicPr>
          <p:cNvPr id="10" name="Image 1" descr="sweat_thumbs/t_006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9988" y="1600200"/>
            <a:ext cx="2331720" cy="2331720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1" name="Shape 7"/>
          <p:cNvSpPr/>
          <p:nvPr/>
        </p:nvSpPr>
        <p:spPr>
          <a:xfrm>
            <a:off x="4929988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4929988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838548" y="39593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MOUSSY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838548" y="415137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¥3,999</a:t>
            </a:r>
            <a:endParaRPr lang="en-US" sz="950" dirty="0"/>
          </a:p>
        </p:txBody>
      </p:sp>
      <p:pic>
        <p:nvPicPr>
          <p:cNvPr id="15" name="Image 2" descr="sweat_thumbs/t_02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2876" y="1600200"/>
            <a:ext cx="2331720" cy="2331720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6" name="Shape 11"/>
          <p:cNvSpPr/>
          <p:nvPr/>
        </p:nvSpPr>
        <p:spPr>
          <a:xfrm>
            <a:off x="7462876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7462876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7371436" y="39593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B.C STOCK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7371436" y="415137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¥2,970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FORM · 실루엣·핏·넥라인 (프린트와 별개 축)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레귤러핏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112471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핏·기본 크루넥 (넥·소매 특이 디테일 없음)   ·   9개</a:t>
            </a:r>
            <a:endParaRPr lang="en-US" sz="1150" dirty="0"/>
          </a:p>
        </p:txBody>
      </p:sp>
      <p:pic>
        <p:nvPicPr>
          <p:cNvPr id="5" name="Image 0" descr="sweat_thumbs/t_0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728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156728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156728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47584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VACANCY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47584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¥5,500</a:t>
            </a:r>
            <a:endParaRPr lang="en-US" sz="950" dirty="0"/>
          </a:p>
        </p:txBody>
      </p:sp>
      <p:pic>
        <p:nvPicPr>
          <p:cNvPr id="10" name="Image 1" descr="sweat_thumbs/t_00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894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1" name="Shape 7"/>
          <p:cNvSpPr/>
          <p:nvPr/>
        </p:nvSpPr>
        <p:spPr>
          <a:xfrm>
            <a:off x="341894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341894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32750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adidas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32750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¥11,440</a:t>
            </a:r>
            <a:endParaRPr lang="en-US" sz="950" dirty="0"/>
          </a:p>
        </p:txBody>
      </p:sp>
      <p:pic>
        <p:nvPicPr>
          <p:cNvPr id="15" name="Image 2" descr="sweat_thumbs/t_007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60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6" name="Shape 11"/>
          <p:cNvSpPr/>
          <p:nvPr/>
        </p:nvSpPr>
        <p:spPr>
          <a:xfrm>
            <a:off x="527060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527060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517916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GAP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517916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¥4,543</a:t>
            </a:r>
            <a:endParaRPr lang="en-US" sz="950" dirty="0"/>
          </a:p>
        </p:txBody>
      </p:sp>
      <p:pic>
        <p:nvPicPr>
          <p:cNvPr id="20" name="Image 3" descr="sweat_thumbs/t_025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226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21" name="Shape 15"/>
          <p:cNvSpPr/>
          <p:nvPr/>
        </p:nvSpPr>
        <p:spPr>
          <a:xfrm>
            <a:off x="712226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22" name="Text 16"/>
          <p:cNvSpPr/>
          <p:nvPr/>
        </p:nvSpPr>
        <p:spPr>
          <a:xfrm>
            <a:off x="712226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703082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FRED PERRY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703082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¥14,960</a:t>
            </a:r>
            <a:endParaRPr lang="en-US" sz="950" dirty="0"/>
          </a:p>
        </p:txBody>
      </p:sp>
      <p:pic>
        <p:nvPicPr>
          <p:cNvPr id="25" name="Image 4" descr="sweat_thumbs/t_029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392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26" name="Shape 19"/>
          <p:cNvSpPr/>
          <p:nvPr/>
        </p:nvSpPr>
        <p:spPr>
          <a:xfrm>
            <a:off x="897392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27" name="Text 20"/>
          <p:cNvSpPr/>
          <p:nvPr/>
        </p:nvSpPr>
        <p:spPr>
          <a:xfrm>
            <a:off x="897392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888248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SNIDEL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888248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¥12,980</a:t>
            </a:r>
            <a:endParaRPr lang="en-US" sz="950" dirty="0"/>
          </a:p>
        </p:txBody>
      </p:sp>
      <p:pic>
        <p:nvPicPr>
          <p:cNvPr id="30" name="Image 5" descr="sweat_thumbs/t_04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728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31" name="Shape 23"/>
          <p:cNvSpPr/>
          <p:nvPr/>
        </p:nvSpPr>
        <p:spPr>
          <a:xfrm>
            <a:off x="156728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32" name="Text 24"/>
          <p:cNvSpPr/>
          <p:nvPr/>
        </p:nvSpPr>
        <p:spPr>
          <a:xfrm>
            <a:off x="156728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147584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AMI Alexandre Mattiussi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147584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¥30,800</a:t>
            </a:r>
            <a:endParaRPr lang="en-US" sz="950" dirty="0"/>
          </a:p>
        </p:txBody>
      </p:sp>
      <p:pic>
        <p:nvPicPr>
          <p:cNvPr id="35" name="Image 6" descr="sweat_thumbs/t_045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894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36" name="Shape 27"/>
          <p:cNvSpPr/>
          <p:nvPr/>
        </p:nvSpPr>
        <p:spPr>
          <a:xfrm>
            <a:off x="341894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37" name="Text 28"/>
          <p:cNvSpPr/>
          <p:nvPr/>
        </p:nvSpPr>
        <p:spPr>
          <a:xfrm>
            <a:off x="341894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</a:t>
            </a:r>
            <a:endParaRPr lang="en-US" sz="1000" dirty="0"/>
          </a:p>
        </p:txBody>
      </p:sp>
      <p:sp>
        <p:nvSpPr>
          <p:cNvPr id="38" name="Text 29"/>
          <p:cNvSpPr/>
          <p:nvPr/>
        </p:nvSpPr>
        <p:spPr>
          <a:xfrm>
            <a:off x="332750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SNIDEL</a:t>
            </a:r>
            <a:endParaRPr lang="en-US" sz="1000" dirty="0"/>
          </a:p>
        </p:txBody>
      </p:sp>
      <p:sp>
        <p:nvSpPr>
          <p:cNvPr id="39" name="Text 30"/>
          <p:cNvSpPr/>
          <p:nvPr/>
        </p:nvSpPr>
        <p:spPr>
          <a:xfrm>
            <a:off x="332750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¥18,480</a:t>
            </a:r>
            <a:endParaRPr lang="en-US" sz="950" dirty="0"/>
          </a:p>
        </p:txBody>
      </p:sp>
      <p:pic>
        <p:nvPicPr>
          <p:cNvPr id="40" name="Image 7" descr="sweat_thumbs/t_046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7060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41" name="Shape 31"/>
          <p:cNvSpPr/>
          <p:nvPr/>
        </p:nvSpPr>
        <p:spPr>
          <a:xfrm>
            <a:off x="527060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42" name="Text 32"/>
          <p:cNvSpPr/>
          <p:nvPr/>
        </p:nvSpPr>
        <p:spPr>
          <a:xfrm>
            <a:off x="527060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</a:t>
            </a:r>
            <a:endParaRPr lang="en-US" sz="1000" dirty="0"/>
          </a:p>
        </p:txBody>
      </p:sp>
      <p:sp>
        <p:nvSpPr>
          <p:cNvPr id="43" name="Text 33"/>
          <p:cNvSpPr/>
          <p:nvPr/>
        </p:nvSpPr>
        <p:spPr>
          <a:xfrm>
            <a:off x="517916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U.S. POLO ASSN.</a:t>
            </a:r>
            <a:endParaRPr lang="en-US" sz="1000" dirty="0"/>
          </a:p>
        </p:txBody>
      </p:sp>
      <p:sp>
        <p:nvSpPr>
          <p:cNvPr id="44" name="Text 34"/>
          <p:cNvSpPr/>
          <p:nvPr/>
        </p:nvSpPr>
        <p:spPr>
          <a:xfrm>
            <a:off x="517916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¥5,290</a:t>
            </a:r>
            <a:endParaRPr lang="en-US" sz="950" dirty="0"/>
          </a:p>
        </p:txBody>
      </p:sp>
      <p:pic>
        <p:nvPicPr>
          <p:cNvPr id="45" name="Image 8" descr="sweat_thumbs/t_049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2226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46" name="Shape 35"/>
          <p:cNvSpPr/>
          <p:nvPr/>
        </p:nvSpPr>
        <p:spPr>
          <a:xfrm>
            <a:off x="712226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47" name="Text 36"/>
          <p:cNvSpPr/>
          <p:nvPr/>
        </p:nvSpPr>
        <p:spPr>
          <a:xfrm>
            <a:off x="712226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49</a:t>
            </a:r>
            <a:endParaRPr lang="en-US" sz="1000" dirty="0"/>
          </a:p>
        </p:txBody>
      </p:sp>
      <p:sp>
        <p:nvSpPr>
          <p:cNvPr id="48" name="Text 37"/>
          <p:cNvSpPr/>
          <p:nvPr/>
        </p:nvSpPr>
        <p:spPr>
          <a:xfrm>
            <a:off x="703082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SLOBE IENA</a:t>
            </a:r>
            <a:endParaRPr lang="en-US" sz="1000" dirty="0"/>
          </a:p>
        </p:txBody>
      </p:sp>
      <p:sp>
        <p:nvSpPr>
          <p:cNvPr id="49" name="Text 38"/>
          <p:cNvSpPr/>
          <p:nvPr/>
        </p:nvSpPr>
        <p:spPr>
          <a:xfrm>
            <a:off x="703082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¥7,700</a:t>
            </a:r>
            <a:endParaRPr lang="en-US" sz="950" dirty="0"/>
          </a:p>
        </p:txBody>
      </p:sp>
      <p:sp>
        <p:nvSpPr>
          <p:cNvPr id="50" name="Text 39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FORM · 실루엣·핏·넥라인 (프린트와 별개 축)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오버사이즈·드롭  (1/3)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112471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드롭숄더·과감하게 큰 핏   ·   24개</a:t>
            </a:r>
            <a:endParaRPr lang="en-US" sz="1150" dirty="0"/>
          </a:p>
        </p:txBody>
      </p:sp>
      <p:pic>
        <p:nvPicPr>
          <p:cNvPr id="5" name="Image 0" descr="sweat_thumbs/t_0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728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156728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156728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47584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JOURNAL STANDARD relume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47584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¥7,700</a:t>
            </a:r>
            <a:endParaRPr lang="en-US" sz="950" dirty="0"/>
          </a:p>
        </p:txBody>
      </p:sp>
      <p:pic>
        <p:nvPicPr>
          <p:cNvPr id="10" name="Image 1" descr="sweat_thumbs/t_008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894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1" name="Shape 7"/>
          <p:cNvSpPr/>
          <p:nvPr/>
        </p:nvSpPr>
        <p:spPr>
          <a:xfrm>
            <a:off x="341894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341894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32750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U.S. POLO ASSN.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32750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¥5,996</a:t>
            </a:r>
            <a:endParaRPr lang="en-US" sz="950" dirty="0"/>
          </a:p>
        </p:txBody>
      </p:sp>
      <p:pic>
        <p:nvPicPr>
          <p:cNvPr id="15" name="Image 2" descr="sweat_thumbs/t_011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60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6" name="Shape 11"/>
          <p:cNvSpPr/>
          <p:nvPr/>
        </p:nvSpPr>
        <p:spPr>
          <a:xfrm>
            <a:off x="527060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527060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517916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U.S. POLO ASSN.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517916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¥5,996</a:t>
            </a:r>
            <a:endParaRPr lang="en-US" sz="950" dirty="0"/>
          </a:p>
        </p:txBody>
      </p:sp>
      <p:pic>
        <p:nvPicPr>
          <p:cNvPr id="20" name="Image 3" descr="sweat_thumbs/t_012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226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21" name="Shape 15"/>
          <p:cNvSpPr/>
          <p:nvPr/>
        </p:nvSpPr>
        <p:spPr>
          <a:xfrm>
            <a:off x="712226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22" name="Text 16"/>
          <p:cNvSpPr/>
          <p:nvPr/>
        </p:nvSpPr>
        <p:spPr>
          <a:xfrm>
            <a:off x="712226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703082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AMERICAN HOLIC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703082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¥3,490</a:t>
            </a:r>
            <a:endParaRPr lang="en-US" sz="950" dirty="0"/>
          </a:p>
        </p:txBody>
      </p:sp>
      <p:pic>
        <p:nvPicPr>
          <p:cNvPr id="25" name="Image 4" descr="sweat_thumbs/t_013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392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26" name="Shape 19"/>
          <p:cNvSpPr/>
          <p:nvPr/>
        </p:nvSpPr>
        <p:spPr>
          <a:xfrm>
            <a:off x="897392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27" name="Text 20"/>
          <p:cNvSpPr/>
          <p:nvPr/>
        </p:nvSpPr>
        <p:spPr>
          <a:xfrm>
            <a:off x="897392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888248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Ungrid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888248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¥8,800</a:t>
            </a:r>
            <a:endParaRPr lang="en-US" sz="950" dirty="0"/>
          </a:p>
        </p:txBody>
      </p:sp>
      <p:pic>
        <p:nvPicPr>
          <p:cNvPr id="30" name="Image 5" descr="sweat_thumbs/t_016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728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31" name="Shape 23"/>
          <p:cNvSpPr/>
          <p:nvPr/>
        </p:nvSpPr>
        <p:spPr>
          <a:xfrm>
            <a:off x="156728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32" name="Text 24"/>
          <p:cNvSpPr/>
          <p:nvPr/>
        </p:nvSpPr>
        <p:spPr>
          <a:xfrm>
            <a:off x="156728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147584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Mardi Mercredi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147584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¥9,900</a:t>
            </a:r>
            <a:endParaRPr lang="en-US" sz="950" dirty="0"/>
          </a:p>
        </p:txBody>
      </p:sp>
      <p:pic>
        <p:nvPicPr>
          <p:cNvPr id="35" name="Image 6" descr="sweat_thumbs/t_017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894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36" name="Shape 27"/>
          <p:cNvSpPr/>
          <p:nvPr/>
        </p:nvSpPr>
        <p:spPr>
          <a:xfrm>
            <a:off x="341894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37" name="Text 28"/>
          <p:cNvSpPr/>
          <p:nvPr/>
        </p:nvSpPr>
        <p:spPr>
          <a:xfrm>
            <a:off x="341894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000" dirty="0"/>
          </a:p>
        </p:txBody>
      </p:sp>
      <p:sp>
        <p:nvSpPr>
          <p:cNvPr id="38" name="Text 29"/>
          <p:cNvSpPr/>
          <p:nvPr/>
        </p:nvSpPr>
        <p:spPr>
          <a:xfrm>
            <a:off x="332750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Disney</a:t>
            </a:r>
            <a:endParaRPr lang="en-US" sz="1000" dirty="0"/>
          </a:p>
        </p:txBody>
      </p:sp>
      <p:sp>
        <p:nvSpPr>
          <p:cNvPr id="39" name="Text 30"/>
          <p:cNvSpPr/>
          <p:nvPr/>
        </p:nvSpPr>
        <p:spPr>
          <a:xfrm>
            <a:off x="332750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¥6,490</a:t>
            </a:r>
            <a:endParaRPr lang="en-US" sz="950" dirty="0"/>
          </a:p>
        </p:txBody>
      </p:sp>
      <p:pic>
        <p:nvPicPr>
          <p:cNvPr id="40" name="Image 7" descr="sweat_thumbs/t_019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7060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41" name="Shape 31"/>
          <p:cNvSpPr/>
          <p:nvPr/>
        </p:nvSpPr>
        <p:spPr>
          <a:xfrm>
            <a:off x="527060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42" name="Text 32"/>
          <p:cNvSpPr/>
          <p:nvPr/>
        </p:nvSpPr>
        <p:spPr>
          <a:xfrm>
            <a:off x="527060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1000" dirty="0"/>
          </a:p>
        </p:txBody>
      </p:sp>
      <p:sp>
        <p:nvSpPr>
          <p:cNvPr id="43" name="Text 33"/>
          <p:cNvSpPr/>
          <p:nvPr/>
        </p:nvSpPr>
        <p:spPr>
          <a:xfrm>
            <a:off x="517916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SLY</a:t>
            </a:r>
            <a:endParaRPr lang="en-US" sz="1000" dirty="0"/>
          </a:p>
        </p:txBody>
      </p:sp>
      <p:sp>
        <p:nvSpPr>
          <p:cNvPr id="44" name="Text 34"/>
          <p:cNvSpPr/>
          <p:nvPr/>
        </p:nvSpPr>
        <p:spPr>
          <a:xfrm>
            <a:off x="517916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¥4,499</a:t>
            </a:r>
            <a:endParaRPr lang="en-US" sz="950" dirty="0"/>
          </a:p>
        </p:txBody>
      </p:sp>
      <p:pic>
        <p:nvPicPr>
          <p:cNvPr id="45" name="Image 8" descr="sweat_thumbs/t_020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2226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46" name="Shape 35"/>
          <p:cNvSpPr/>
          <p:nvPr/>
        </p:nvSpPr>
        <p:spPr>
          <a:xfrm>
            <a:off x="712226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47" name="Text 36"/>
          <p:cNvSpPr/>
          <p:nvPr/>
        </p:nvSpPr>
        <p:spPr>
          <a:xfrm>
            <a:off x="712226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1000" dirty="0"/>
          </a:p>
        </p:txBody>
      </p:sp>
      <p:sp>
        <p:nvSpPr>
          <p:cNvPr id="48" name="Text 37"/>
          <p:cNvSpPr/>
          <p:nvPr/>
        </p:nvSpPr>
        <p:spPr>
          <a:xfrm>
            <a:off x="703082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PUMA</a:t>
            </a:r>
            <a:endParaRPr lang="en-US" sz="1000" dirty="0"/>
          </a:p>
        </p:txBody>
      </p:sp>
      <p:sp>
        <p:nvSpPr>
          <p:cNvPr id="49" name="Text 38"/>
          <p:cNvSpPr/>
          <p:nvPr/>
        </p:nvSpPr>
        <p:spPr>
          <a:xfrm>
            <a:off x="703082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¥9,999</a:t>
            </a:r>
            <a:endParaRPr lang="en-US" sz="950" dirty="0"/>
          </a:p>
        </p:txBody>
      </p:sp>
      <p:pic>
        <p:nvPicPr>
          <p:cNvPr id="50" name="Image 9" descr="sweat_thumbs/t_022.jp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7392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51" name="Shape 39"/>
          <p:cNvSpPr/>
          <p:nvPr/>
        </p:nvSpPr>
        <p:spPr>
          <a:xfrm>
            <a:off x="897392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52" name="Text 40"/>
          <p:cNvSpPr/>
          <p:nvPr/>
        </p:nvSpPr>
        <p:spPr>
          <a:xfrm>
            <a:off x="897392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1000" dirty="0"/>
          </a:p>
        </p:txBody>
      </p:sp>
      <p:sp>
        <p:nvSpPr>
          <p:cNvPr id="53" name="Text 41"/>
          <p:cNvSpPr/>
          <p:nvPr/>
        </p:nvSpPr>
        <p:spPr>
          <a:xfrm>
            <a:off x="888248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LADY LIKE</a:t>
            </a:r>
            <a:endParaRPr lang="en-US" sz="1000" dirty="0"/>
          </a:p>
        </p:txBody>
      </p:sp>
      <p:sp>
        <p:nvSpPr>
          <p:cNvPr id="54" name="Text 42"/>
          <p:cNvSpPr/>
          <p:nvPr/>
        </p:nvSpPr>
        <p:spPr>
          <a:xfrm>
            <a:off x="888248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¥3,721</a:t>
            </a:r>
            <a:endParaRPr lang="en-US" sz="950" dirty="0"/>
          </a:p>
        </p:txBody>
      </p:sp>
      <p:sp>
        <p:nvSpPr>
          <p:cNvPr id="55" name="Text 43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FORM · 실루엣·핏·넥라인 (프린트와 별개 축)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오버사이즈·드롭  (2/3)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112471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드롭숄더·과감하게 큰 핏   ·   24개</a:t>
            </a:r>
            <a:endParaRPr lang="en-US" sz="1150" dirty="0"/>
          </a:p>
        </p:txBody>
      </p:sp>
      <p:pic>
        <p:nvPicPr>
          <p:cNvPr id="5" name="Image 0" descr="sweat_thumbs/t_02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728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156728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156728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47584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JILL by JILL STUART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47584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¥5,940</a:t>
            </a:r>
            <a:endParaRPr lang="en-US" sz="950" dirty="0"/>
          </a:p>
        </p:txBody>
      </p:sp>
      <p:pic>
        <p:nvPicPr>
          <p:cNvPr id="10" name="Image 1" descr="sweat_thumbs/t_027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894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1" name="Shape 7"/>
          <p:cNvSpPr/>
          <p:nvPr/>
        </p:nvSpPr>
        <p:spPr>
          <a:xfrm>
            <a:off x="341894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341894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32750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UNFILO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32750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¥5,991</a:t>
            </a:r>
            <a:endParaRPr lang="en-US" sz="950" dirty="0"/>
          </a:p>
        </p:txBody>
      </p:sp>
      <p:pic>
        <p:nvPicPr>
          <p:cNvPr id="15" name="Image 2" descr="sweat_thumbs/t_028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60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6" name="Shape 11"/>
          <p:cNvSpPr/>
          <p:nvPr/>
        </p:nvSpPr>
        <p:spPr>
          <a:xfrm>
            <a:off x="527060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527060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517916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FREAK'S STORE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517916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¥7,997</a:t>
            </a:r>
            <a:endParaRPr lang="en-US" sz="950" dirty="0"/>
          </a:p>
        </p:txBody>
      </p:sp>
      <p:pic>
        <p:nvPicPr>
          <p:cNvPr id="20" name="Image 3" descr="sweat_thumbs/t_032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226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21" name="Shape 15"/>
          <p:cNvSpPr/>
          <p:nvPr/>
        </p:nvSpPr>
        <p:spPr>
          <a:xfrm>
            <a:off x="712226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22" name="Text 16"/>
          <p:cNvSpPr/>
          <p:nvPr/>
        </p:nvSpPr>
        <p:spPr>
          <a:xfrm>
            <a:off x="712226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703082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MOUSSY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703082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¥9,990</a:t>
            </a:r>
            <a:endParaRPr lang="en-US" sz="950" dirty="0"/>
          </a:p>
        </p:txBody>
      </p:sp>
      <p:pic>
        <p:nvPicPr>
          <p:cNvPr id="25" name="Image 4" descr="sweat_thumbs/t_033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3922" y="1600200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26" name="Shape 19"/>
          <p:cNvSpPr/>
          <p:nvPr/>
        </p:nvSpPr>
        <p:spPr>
          <a:xfrm>
            <a:off x="897392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27" name="Text 20"/>
          <p:cNvSpPr/>
          <p:nvPr/>
        </p:nvSpPr>
        <p:spPr>
          <a:xfrm>
            <a:off x="897392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8882482" y="3278124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PUBLUX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8882482" y="3470148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¥2,497</a:t>
            </a:r>
            <a:endParaRPr lang="en-US" sz="950" dirty="0"/>
          </a:p>
        </p:txBody>
      </p:sp>
      <p:pic>
        <p:nvPicPr>
          <p:cNvPr id="30" name="Image 5" descr="sweat_thumbs/t_035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728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31" name="Shape 23"/>
          <p:cNvSpPr/>
          <p:nvPr/>
        </p:nvSpPr>
        <p:spPr>
          <a:xfrm>
            <a:off x="156728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32" name="Text 24"/>
          <p:cNvSpPr/>
          <p:nvPr/>
        </p:nvSpPr>
        <p:spPr>
          <a:xfrm>
            <a:off x="156728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147584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PUAL CE CIN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147584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¥6,930</a:t>
            </a:r>
            <a:endParaRPr lang="en-US" sz="950" dirty="0"/>
          </a:p>
        </p:txBody>
      </p:sp>
      <p:pic>
        <p:nvPicPr>
          <p:cNvPr id="35" name="Image 6" descr="sweat_thumbs/t_036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894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36" name="Shape 27"/>
          <p:cNvSpPr/>
          <p:nvPr/>
        </p:nvSpPr>
        <p:spPr>
          <a:xfrm>
            <a:off x="341894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37" name="Text 28"/>
          <p:cNvSpPr/>
          <p:nvPr/>
        </p:nvSpPr>
        <p:spPr>
          <a:xfrm>
            <a:off x="341894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</a:t>
            </a:r>
            <a:endParaRPr lang="en-US" sz="1000" dirty="0"/>
          </a:p>
        </p:txBody>
      </p:sp>
      <p:sp>
        <p:nvSpPr>
          <p:cNvPr id="38" name="Text 29"/>
          <p:cNvSpPr/>
          <p:nvPr/>
        </p:nvSpPr>
        <p:spPr>
          <a:xfrm>
            <a:off x="332750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FREAK'S STORE</a:t>
            </a:r>
            <a:endParaRPr lang="en-US" sz="1000" dirty="0"/>
          </a:p>
        </p:txBody>
      </p:sp>
      <p:sp>
        <p:nvSpPr>
          <p:cNvPr id="39" name="Text 30"/>
          <p:cNvSpPr/>
          <p:nvPr/>
        </p:nvSpPr>
        <p:spPr>
          <a:xfrm>
            <a:off x="332750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¥2,552</a:t>
            </a:r>
            <a:endParaRPr lang="en-US" sz="950" dirty="0"/>
          </a:p>
        </p:txBody>
      </p:sp>
      <p:pic>
        <p:nvPicPr>
          <p:cNvPr id="40" name="Image 7" descr="sweat_thumbs/t_037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7060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41" name="Shape 31"/>
          <p:cNvSpPr/>
          <p:nvPr/>
        </p:nvSpPr>
        <p:spPr>
          <a:xfrm>
            <a:off x="527060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42" name="Text 32"/>
          <p:cNvSpPr/>
          <p:nvPr/>
        </p:nvSpPr>
        <p:spPr>
          <a:xfrm>
            <a:off x="527060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</a:t>
            </a:r>
            <a:endParaRPr lang="en-US" sz="1000" dirty="0"/>
          </a:p>
        </p:txBody>
      </p:sp>
      <p:sp>
        <p:nvSpPr>
          <p:cNvPr id="43" name="Text 33"/>
          <p:cNvSpPr/>
          <p:nvPr/>
        </p:nvSpPr>
        <p:spPr>
          <a:xfrm>
            <a:off x="517916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VIVID LADY</a:t>
            </a:r>
            <a:endParaRPr lang="en-US" sz="1000" dirty="0"/>
          </a:p>
        </p:txBody>
      </p:sp>
      <p:sp>
        <p:nvSpPr>
          <p:cNvPr id="44" name="Text 34"/>
          <p:cNvSpPr/>
          <p:nvPr/>
        </p:nvSpPr>
        <p:spPr>
          <a:xfrm>
            <a:off x="517916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¥3,290</a:t>
            </a:r>
            <a:endParaRPr lang="en-US" sz="950" dirty="0"/>
          </a:p>
        </p:txBody>
      </p:sp>
      <p:pic>
        <p:nvPicPr>
          <p:cNvPr id="45" name="Image 8" descr="sweat_thumbs/t_039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2226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46" name="Shape 35"/>
          <p:cNvSpPr/>
          <p:nvPr/>
        </p:nvSpPr>
        <p:spPr>
          <a:xfrm>
            <a:off x="712226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47" name="Text 36"/>
          <p:cNvSpPr/>
          <p:nvPr/>
        </p:nvSpPr>
        <p:spPr>
          <a:xfrm>
            <a:off x="712226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</a:t>
            </a:r>
            <a:endParaRPr lang="en-US" sz="1000" dirty="0"/>
          </a:p>
        </p:txBody>
      </p:sp>
      <p:sp>
        <p:nvSpPr>
          <p:cNvPr id="48" name="Text 37"/>
          <p:cNvSpPr/>
          <p:nvPr/>
        </p:nvSpPr>
        <p:spPr>
          <a:xfrm>
            <a:off x="703082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SHEPP</a:t>
            </a:r>
            <a:endParaRPr lang="en-US" sz="1000" dirty="0"/>
          </a:p>
        </p:txBody>
      </p:sp>
      <p:sp>
        <p:nvSpPr>
          <p:cNvPr id="49" name="Text 38"/>
          <p:cNvSpPr/>
          <p:nvPr/>
        </p:nvSpPr>
        <p:spPr>
          <a:xfrm>
            <a:off x="703082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¥3,390</a:t>
            </a:r>
            <a:endParaRPr lang="en-US" sz="950" dirty="0"/>
          </a:p>
        </p:txBody>
      </p:sp>
      <p:pic>
        <p:nvPicPr>
          <p:cNvPr id="50" name="Image 9" descr="sweat_thumbs/t_040.jp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73922" y="3872484"/>
            <a:ext cx="1650492" cy="1650492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51" name="Shape 39"/>
          <p:cNvSpPr/>
          <p:nvPr/>
        </p:nvSpPr>
        <p:spPr>
          <a:xfrm>
            <a:off x="8973922" y="3872484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52" name="Text 40"/>
          <p:cNvSpPr/>
          <p:nvPr/>
        </p:nvSpPr>
        <p:spPr>
          <a:xfrm>
            <a:off x="8973922" y="386882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</a:t>
            </a:r>
            <a:endParaRPr lang="en-US" sz="1000" dirty="0"/>
          </a:p>
        </p:txBody>
      </p:sp>
      <p:sp>
        <p:nvSpPr>
          <p:cNvPr id="53" name="Text 41"/>
          <p:cNvSpPr/>
          <p:nvPr/>
        </p:nvSpPr>
        <p:spPr>
          <a:xfrm>
            <a:off x="8882482" y="555040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niko and...</a:t>
            </a:r>
            <a:endParaRPr lang="en-US" sz="1000" dirty="0"/>
          </a:p>
        </p:txBody>
      </p:sp>
      <p:sp>
        <p:nvSpPr>
          <p:cNvPr id="54" name="Text 42"/>
          <p:cNvSpPr/>
          <p:nvPr/>
        </p:nvSpPr>
        <p:spPr>
          <a:xfrm>
            <a:off x="8882482" y="5742432"/>
            <a:ext cx="183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¥6,600</a:t>
            </a:r>
            <a:endParaRPr lang="en-US" sz="950" dirty="0"/>
          </a:p>
        </p:txBody>
      </p:sp>
      <p:sp>
        <p:nvSpPr>
          <p:cNvPr id="55" name="Text 43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FORM · 실루엣·핏·넥라인 (프린트와 별개 축)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오버사이즈·드롭  (3/3)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112471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드롭숄더·과감하게 큰 핏   ·   24개</a:t>
            </a:r>
            <a:endParaRPr lang="en-US" sz="1150" dirty="0"/>
          </a:p>
        </p:txBody>
      </p:sp>
      <p:pic>
        <p:nvPicPr>
          <p:cNvPr id="5" name="Image 0" descr="sweat_thumbs/t_04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656" y="1600200"/>
            <a:ext cx="2331720" cy="2331720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1130656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1130656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39216" y="39593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Mila Owen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39216" y="415137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¥9,460</a:t>
            </a:r>
            <a:endParaRPr lang="en-US" sz="950" dirty="0"/>
          </a:p>
        </p:txBody>
      </p:sp>
      <p:pic>
        <p:nvPicPr>
          <p:cNvPr id="10" name="Image 1" descr="sweat_thumbs/t_04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3544" y="1600200"/>
            <a:ext cx="2331720" cy="2331720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1" name="Shape 7"/>
          <p:cNvSpPr/>
          <p:nvPr/>
        </p:nvSpPr>
        <p:spPr>
          <a:xfrm>
            <a:off x="3663544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3663544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572104" y="39593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LOWRYS FARM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572104" y="415137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¥5,500</a:t>
            </a:r>
            <a:endParaRPr lang="en-US" sz="950" dirty="0"/>
          </a:p>
        </p:txBody>
      </p:sp>
      <p:pic>
        <p:nvPicPr>
          <p:cNvPr id="15" name="Image 2" descr="sweat_thumbs/t_047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432" y="1600200"/>
            <a:ext cx="2331720" cy="2331720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16" name="Shape 11"/>
          <p:cNvSpPr/>
          <p:nvPr/>
        </p:nvSpPr>
        <p:spPr>
          <a:xfrm>
            <a:off x="6196432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6196432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6104992" y="39593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niko and...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6104992" y="415137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¥4,899</a:t>
            </a:r>
            <a:endParaRPr lang="en-US" sz="950" dirty="0"/>
          </a:p>
        </p:txBody>
      </p:sp>
      <p:pic>
        <p:nvPicPr>
          <p:cNvPr id="20" name="Image 3" descr="sweat_thumbs/t_050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9320" y="1600200"/>
            <a:ext cx="2331720" cy="2331720"/>
          </a:xfrm>
          <a:prstGeom prst="rect">
            <a:avLst/>
          </a:prstGeom>
          <a:effectLst>
            <a:outerShdw sx="100000" sy="100000" kx="0" ky="0" algn="bl" rotWithShape="0" blurRad="38100" dist="12700" dir="5400000">
              <a:srgbClr val="C4BFB7">
                <a:alpha val="50000"/>
              </a:srgbClr>
            </a:outerShdw>
          </a:effectLst>
        </p:spPr>
      </p:pic>
      <p:sp>
        <p:nvSpPr>
          <p:cNvPr id="21" name="Shape 15"/>
          <p:cNvSpPr/>
          <p:nvPr/>
        </p:nvSpPr>
        <p:spPr>
          <a:xfrm>
            <a:off x="8729320" y="1600200"/>
            <a:ext cx="310896" cy="219456"/>
          </a:xfrm>
          <a:prstGeom prst="rect">
            <a:avLst/>
          </a:prstGeom>
          <a:solidFill>
            <a:srgbClr val="000000">
              <a:alpha val="86000"/>
            </a:srgbClr>
          </a:solidFill>
          <a:ln/>
        </p:spPr>
      </p:sp>
      <p:sp>
        <p:nvSpPr>
          <p:cNvPr id="22" name="Text 16"/>
          <p:cNvSpPr/>
          <p:nvPr/>
        </p:nvSpPr>
        <p:spPr>
          <a:xfrm>
            <a:off x="8729320" y="159654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8637880" y="39593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coca（coca）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8637880" y="415137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¥890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PERSPECTIVE · 브랜드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유형별 그룹핑 (Top 50)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37160" cy="137160"/>
          </a:xfrm>
          <a:prstGeom prst="rect">
            <a:avLst/>
          </a:prstGeom>
          <a:solidFill>
            <a:srgbClr val="C24A63"/>
          </a:solidFill>
          <a:ln/>
        </p:spPr>
      </p:sp>
      <p:sp>
        <p:nvSpPr>
          <p:cNvPr id="5" name="Text 3"/>
          <p:cNvSpPr/>
          <p:nvPr/>
        </p:nvSpPr>
        <p:spPr>
          <a:xfrm>
            <a:off x="667512" y="11704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미국·글로벌 캐주얼</a:t>
            </a:r>
            <a:pPr indent="0" marL="0">
              <a:buNone/>
            </a:pPr>
            <a:r>
              <a:rPr lang="en-US" sz="9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13개</a:t>
            </a:r>
            <a:endParaRPr lang="en-US" sz="1200" dirty="0"/>
          </a:p>
        </p:txBody>
      </p:sp>
      <p:pic>
        <p:nvPicPr>
          <p:cNvPr id="6" name="Image 0" descr="sweat_thumbs/t_0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81328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457200" y="1481328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477670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650" dirty="0"/>
          </a:p>
        </p:txBody>
      </p:sp>
      <p:pic>
        <p:nvPicPr>
          <p:cNvPr id="9" name="Image 1" descr="sweat_thumbs/t_007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1481328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0" name="Shape 6"/>
          <p:cNvSpPr/>
          <p:nvPr/>
        </p:nvSpPr>
        <p:spPr>
          <a:xfrm>
            <a:off x="1014984" y="1481328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1014984" y="1477670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650" dirty="0"/>
          </a:p>
        </p:txBody>
      </p:sp>
      <p:pic>
        <p:nvPicPr>
          <p:cNvPr id="12" name="Image 2" descr="sweat_thumbs/t_008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2768" y="1481328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3" name="Shape 8"/>
          <p:cNvSpPr/>
          <p:nvPr/>
        </p:nvSpPr>
        <p:spPr>
          <a:xfrm>
            <a:off x="1572768" y="1481328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4" name="Text 9"/>
          <p:cNvSpPr/>
          <p:nvPr/>
        </p:nvSpPr>
        <p:spPr>
          <a:xfrm>
            <a:off x="1572768" y="1477670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650" dirty="0"/>
          </a:p>
        </p:txBody>
      </p:sp>
      <p:pic>
        <p:nvPicPr>
          <p:cNvPr id="15" name="Image 3" descr="sweat_thumbs/t_009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0552" y="1481328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6" name="Shape 10"/>
          <p:cNvSpPr/>
          <p:nvPr/>
        </p:nvSpPr>
        <p:spPr>
          <a:xfrm>
            <a:off x="2130552" y="1481328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7" name="Text 11"/>
          <p:cNvSpPr/>
          <p:nvPr/>
        </p:nvSpPr>
        <p:spPr>
          <a:xfrm>
            <a:off x="2130552" y="1477670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650" dirty="0"/>
          </a:p>
        </p:txBody>
      </p:sp>
      <p:pic>
        <p:nvPicPr>
          <p:cNvPr id="18" name="Image 4" descr="sweat_thumbs/t_011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8336" y="1481328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9" name="Shape 12"/>
          <p:cNvSpPr/>
          <p:nvPr/>
        </p:nvSpPr>
        <p:spPr>
          <a:xfrm>
            <a:off x="2688336" y="1481328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20" name="Text 13"/>
          <p:cNvSpPr/>
          <p:nvPr/>
        </p:nvSpPr>
        <p:spPr>
          <a:xfrm>
            <a:off x="2688336" y="1477670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650" dirty="0"/>
          </a:p>
        </p:txBody>
      </p:sp>
      <p:pic>
        <p:nvPicPr>
          <p:cNvPr id="21" name="Image 5" descr="sweat_thumbs/t_014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6120" y="1481328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22" name="Shape 14"/>
          <p:cNvSpPr/>
          <p:nvPr/>
        </p:nvSpPr>
        <p:spPr>
          <a:xfrm>
            <a:off x="3246120" y="1481328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23" name="Text 15"/>
          <p:cNvSpPr/>
          <p:nvPr/>
        </p:nvSpPr>
        <p:spPr>
          <a:xfrm>
            <a:off x="3246120" y="1477670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650" dirty="0"/>
          </a:p>
        </p:txBody>
      </p:sp>
      <p:pic>
        <p:nvPicPr>
          <p:cNvPr id="24" name="Image 6" descr="sweat_thumbs/t_017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03904" y="1481328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25" name="Shape 16"/>
          <p:cNvSpPr/>
          <p:nvPr/>
        </p:nvSpPr>
        <p:spPr>
          <a:xfrm>
            <a:off x="3803904" y="1481328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26" name="Text 17"/>
          <p:cNvSpPr/>
          <p:nvPr/>
        </p:nvSpPr>
        <p:spPr>
          <a:xfrm>
            <a:off x="3803904" y="1477670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650" dirty="0"/>
          </a:p>
        </p:txBody>
      </p:sp>
      <p:pic>
        <p:nvPicPr>
          <p:cNvPr id="27" name="Image 7" descr="sweat_thumbs/t_020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61688" y="1481328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28" name="Shape 18"/>
          <p:cNvSpPr/>
          <p:nvPr/>
        </p:nvSpPr>
        <p:spPr>
          <a:xfrm>
            <a:off x="4361688" y="1481328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29" name="Text 19"/>
          <p:cNvSpPr/>
          <p:nvPr/>
        </p:nvSpPr>
        <p:spPr>
          <a:xfrm>
            <a:off x="4361688" y="1477670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650" dirty="0"/>
          </a:p>
        </p:txBody>
      </p:sp>
      <p:pic>
        <p:nvPicPr>
          <p:cNvPr id="30" name="Image 8" descr="sweat_thumbs/t_025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9472" y="1481328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31" name="Shape 20"/>
          <p:cNvSpPr/>
          <p:nvPr/>
        </p:nvSpPr>
        <p:spPr>
          <a:xfrm>
            <a:off x="4919472" y="1481328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32" name="Text 21"/>
          <p:cNvSpPr/>
          <p:nvPr/>
        </p:nvSpPr>
        <p:spPr>
          <a:xfrm>
            <a:off x="4919472" y="1477670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650" dirty="0"/>
          </a:p>
        </p:txBody>
      </p:sp>
      <p:pic>
        <p:nvPicPr>
          <p:cNvPr id="33" name="Image 9" descr="sweat_thumbs/t_030.jp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77256" y="1481328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34" name="Shape 22"/>
          <p:cNvSpPr/>
          <p:nvPr/>
        </p:nvSpPr>
        <p:spPr>
          <a:xfrm>
            <a:off x="5477256" y="1481328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35" name="Text 23"/>
          <p:cNvSpPr/>
          <p:nvPr/>
        </p:nvSpPr>
        <p:spPr>
          <a:xfrm>
            <a:off x="5477256" y="1477670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</a:t>
            </a:r>
            <a:endParaRPr lang="en-US" sz="650" dirty="0"/>
          </a:p>
        </p:txBody>
      </p:sp>
      <p:pic>
        <p:nvPicPr>
          <p:cNvPr id="36" name="Image 10" descr="sweat_thumbs/t_034.jp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35040" y="1481328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37" name="Shape 24"/>
          <p:cNvSpPr/>
          <p:nvPr/>
        </p:nvSpPr>
        <p:spPr>
          <a:xfrm>
            <a:off x="6035040" y="1481328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38" name="Text 25"/>
          <p:cNvSpPr/>
          <p:nvPr/>
        </p:nvSpPr>
        <p:spPr>
          <a:xfrm>
            <a:off x="6035040" y="1477670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</a:t>
            </a:r>
            <a:endParaRPr lang="en-US" sz="650" dirty="0"/>
          </a:p>
        </p:txBody>
      </p:sp>
      <p:pic>
        <p:nvPicPr>
          <p:cNvPr id="39" name="Image 11" descr="sweat_thumbs/t_046.jp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92824" y="1481328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40" name="Shape 26"/>
          <p:cNvSpPr/>
          <p:nvPr/>
        </p:nvSpPr>
        <p:spPr>
          <a:xfrm>
            <a:off x="6592824" y="1481328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41" name="Text 27"/>
          <p:cNvSpPr/>
          <p:nvPr/>
        </p:nvSpPr>
        <p:spPr>
          <a:xfrm>
            <a:off x="6592824" y="1477670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</a:t>
            </a:r>
            <a:endParaRPr lang="en-US" sz="650" dirty="0"/>
          </a:p>
        </p:txBody>
      </p:sp>
      <p:pic>
        <p:nvPicPr>
          <p:cNvPr id="42" name="Image 12" descr="sweat_thumbs/t_048.jp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50608" y="1481328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43" name="Shape 28"/>
          <p:cNvSpPr/>
          <p:nvPr/>
        </p:nvSpPr>
        <p:spPr>
          <a:xfrm>
            <a:off x="7150608" y="1481328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44" name="Text 29"/>
          <p:cNvSpPr/>
          <p:nvPr/>
        </p:nvSpPr>
        <p:spPr>
          <a:xfrm>
            <a:off x="7150608" y="1477670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</a:t>
            </a:r>
            <a:endParaRPr lang="en-US" sz="650" dirty="0"/>
          </a:p>
        </p:txBody>
      </p:sp>
      <p:sp>
        <p:nvSpPr>
          <p:cNvPr id="45" name="Shape 30"/>
          <p:cNvSpPr/>
          <p:nvPr/>
        </p:nvSpPr>
        <p:spPr>
          <a:xfrm>
            <a:off x="457200" y="2121408"/>
            <a:ext cx="137160" cy="137160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46" name="Text 31"/>
          <p:cNvSpPr/>
          <p:nvPr/>
        </p:nvSpPr>
        <p:spPr>
          <a:xfrm>
            <a:off x="667512" y="20574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디자이너·하이엔드</a:t>
            </a:r>
            <a:pPr indent="0" marL="0">
              <a:buNone/>
            </a:pPr>
            <a:r>
              <a:rPr lang="en-US" sz="9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15개</a:t>
            </a:r>
            <a:endParaRPr lang="en-US" sz="1200" dirty="0"/>
          </a:p>
        </p:txBody>
      </p:sp>
      <p:pic>
        <p:nvPicPr>
          <p:cNvPr id="47" name="Image 13" descr="sweat_thumbs/t_002.jp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" y="2368296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48" name="Shape 32"/>
          <p:cNvSpPr/>
          <p:nvPr/>
        </p:nvSpPr>
        <p:spPr>
          <a:xfrm>
            <a:off x="457200" y="2368296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49" name="Text 33"/>
          <p:cNvSpPr/>
          <p:nvPr/>
        </p:nvSpPr>
        <p:spPr>
          <a:xfrm>
            <a:off x="457200" y="2364638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650" dirty="0"/>
          </a:p>
        </p:txBody>
      </p:sp>
      <p:pic>
        <p:nvPicPr>
          <p:cNvPr id="50" name="Image 14" descr="sweat_thumbs/t_006.jp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14984" y="2368296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51" name="Shape 34"/>
          <p:cNvSpPr/>
          <p:nvPr/>
        </p:nvSpPr>
        <p:spPr>
          <a:xfrm>
            <a:off x="1014984" y="2368296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52" name="Text 35"/>
          <p:cNvSpPr/>
          <p:nvPr/>
        </p:nvSpPr>
        <p:spPr>
          <a:xfrm>
            <a:off x="1014984" y="2364638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650" dirty="0"/>
          </a:p>
        </p:txBody>
      </p:sp>
      <p:pic>
        <p:nvPicPr>
          <p:cNvPr id="53" name="Image 15" descr="sweat_thumbs/t_013.jp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72768" y="2368296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54" name="Shape 36"/>
          <p:cNvSpPr/>
          <p:nvPr/>
        </p:nvSpPr>
        <p:spPr>
          <a:xfrm>
            <a:off x="1572768" y="2368296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55" name="Text 37"/>
          <p:cNvSpPr/>
          <p:nvPr/>
        </p:nvSpPr>
        <p:spPr>
          <a:xfrm>
            <a:off x="1572768" y="2364638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650" dirty="0"/>
          </a:p>
        </p:txBody>
      </p:sp>
      <p:pic>
        <p:nvPicPr>
          <p:cNvPr id="56" name="Image 16" descr="sweat_thumbs/t_015.jp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130552" y="2368296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57" name="Shape 38"/>
          <p:cNvSpPr/>
          <p:nvPr/>
        </p:nvSpPr>
        <p:spPr>
          <a:xfrm>
            <a:off x="2130552" y="2368296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58" name="Text 39"/>
          <p:cNvSpPr/>
          <p:nvPr/>
        </p:nvSpPr>
        <p:spPr>
          <a:xfrm>
            <a:off x="2130552" y="2364638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650" dirty="0"/>
          </a:p>
        </p:txBody>
      </p:sp>
      <p:pic>
        <p:nvPicPr>
          <p:cNvPr id="59" name="Image 17" descr="sweat_thumbs/t_016.jp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688336" y="2368296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60" name="Shape 40"/>
          <p:cNvSpPr/>
          <p:nvPr/>
        </p:nvSpPr>
        <p:spPr>
          <a:xfrm>
            <a:off x="2688336" y="2368296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61" name="Text 41"/>
          <p:cNvSpPr/>
          <p:nvPr/>
        </p:nvSpPr>
        <p:spPr>
          <a:xfrm>
            <a:off x="2688336" y="2364638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650" dirty="0"/>
          </a:p>
        </p:txBody>
      </p:sp>
      <p:pic>
        <p:nvPicPr>
          <p:cNvPr id="62" name="Image 18" descr="sweat_thumbs/t_026.jp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246120" y="2368296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63" name="Shape 42"/>
          <p:cNvSpPr/>
          <p:nvPr/>
        </p:nvSpPr>
        <p:spPr>
          <a:xfrm>
            <a:off x="3246120" y="2368296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64" name="Text 43"/>
          <p:cNvSpPr/>
          <p:nvPr/>
        </p:nvSpPr>
        <p:spPr>
          <a:xfrm>
            <a:off x="3246120" y="2364638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endParaRPr lang="en-US" sz="650" dirty="0"/>
          </a:p>
        </p:txBody>
      </p:sp>
      <p:pic>
        <p:nvPicPr>
          <p:cNvPr id="65" name="Image 19" descr="sweat_thumbs/t_027.jp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803904" y="2368296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66" name="Shape 44"/>
          <p:cNvSpPr/>
          <p:nvPr/>
        </p:nvSpPr>
        <p:spPr>
          <a:xfrm>
            <a:off x="3803904" y="2368296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67" name="Text 45"/>
          <p:cNvSpPr/>
          <p:nvPr/>
        </p:nvSpPr>
        <p:spPr>
          <a:xfrm>
            <a:off x="3803904" y="2364638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</a:t>
            </a:r>
            <a:endParaRPr lang="en-US" sz="650" dirty="0"/>
          </a:p>
        </p:txBody>
      </p:sp>
      <p:pic>
        <p:nvPicPr>
          <p:cNvPr id="68" name="Image 20" descr="sweat_thumbs/t_029.jp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361688" y="2368296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69" name="Shape 46"/>
          <p:cNvSpPr/>
          <p:nvPr/>
        </p:nvSpPr>
        <p:spPr>
          <a:xfrm>
            <a:off x="4361688" y="2368296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70" name="Text 47"/>
          <p:cNvSpPr/>
          <p:nvPr/>
        </p:nvSpPr>
        <p:spPr>
          <a:xfrm>
            <a:off x="4361688" y="2364638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</a:t>
            </a:r>
            <a:endParaRPr lang="en-US" sz="650" dirty="0"/>
          </a:p>
        </p:txBody>
      </p:sp>
      <p:pic>
        <p:nvPicPr>
          <p:cNvPr id="71" name="Image 21" descr="sweat_thumbs/t_032.jp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919472" y="2368296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72" name="Shape 48"/>
          <p:cNvSpPr/>
          <p:nvPr/>
        </p:nvSpPr>
        <p:spPr>
          <a:xfrm>
            <a:off x="4919472" y="2368296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73" name="Text 49"/>
          <p:cNvSpPr/>
          <p:nvPr/>
        </p:nvSpPr>
        <p:spPr>
          <a:xfrm>
            <a:off x="4919472" y="2364638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650" dirty="0"/>
          </a:p>
        </p:txBody>
      </p:sp>
      <p:pic>
        <p:nvPicPr>
          <p:cNvPr id="74" name="Image 22" descr="sweat_thumbs/t_035.jp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477256" y="2368296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75" name="Shape 50"/>
          <p:cNvSpPr/>
          <p:nvPr/>
        </p:nvSpPr>
        <p:spPr>
          <a:xfrm>
            <a:off x="5477256" y="2368296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76" name="Text 51"/>
          <p:cNvSpPr/>
          <p:nvPr/>
        </p:nvSpPr>
        <p:spPr>
          <a:xfrm>
            <a:off x="5477256" y="2364638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</a:t>
            </a:r>
            <a:endParaRPr lang="en-US" sz="650" dirty="0"/>
          </a:p>
        </p:txBody>
      </p:sp>
      <p:pic>
        <p:nvPicPr>
          <p:cNvPr id="77" name="Image 23" descr="sweat_thumbs/t_041.jp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035040" y="2368296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78" name="Shape 52"/>
          <p:cNvSpPr/>
          <p:nvPr/>
        </p:nvSpPr>
        <p:spPr>
          <a:xfrm>
            <a:off x="6035040" y="2368296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79" name="Text 53"/>
          <p:cNvSpPr/>
          <p:nvPr/>
        </p:nvSpPr>
        <p:spPr>
          <a:xfrm>
            <a:off x="6035040" y="2364638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</a:t>
            </a:r>
            <a:endParaRPr lang="en-US" sz="650" dirty="0"/>
          </a:p>
        </p:txBody>
      </p:sp>
      <p:pic>
        <p:nvPicPr>
          <p:cNvPr id="80" name="Image 24" descr="sweat_thumbs/t_042.jp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592824" y="2368296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81" name="Shape 54"/>
          <p:cNvSpPr/>
          <p:nvPr/>
        </p:nvSpPr>
        <p:spPr>
          <a:xfrm>
            <a:off x="6592824" y="2368296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82" name="Text 55"/>
          <p:cNvSpPr/>
          <p:nvPr/>
        </p:nvSpPr>
        <p:spPr>
          <a:xfrm>
            <a:off x="6592824" y="2364638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</a:t>
            </a:r>
            <a:endParaRPr lang="en-US" sz="650" dirty="0"/>
          </a:p>
        </p:txBody>
      </p:sp>
      <p:pic>
        <p:nvPicPr>
          <p:cNvPr id="83" name="Image 25" descr="sweat_thumbs/t_044.jp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150608" y="2368296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84" name="Shape 56"/>
          <p:cNvSpPr/>
          <p:nvPr/>
        </p:nvSpPr>
        <p:spPr>
          <a:xfrm>
            <a:off x="7150608" y="2368296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85" name="Text 57"/>
          <p:cNvSpPr/>
          <p:nvPr/>
        </p:nvSpPr>
        <p:spPr>
          <a:xfrm>
            <a:off x="7150608" y="2364638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</a:t>
            </a:r>
            <a:endParaRPr lang="en-US" sz="650" dirty="0"/>
          </a:p>
        </p:txBody>
      </p:sp>
      <p:pic>
        <p:nvPicPr>
          <p:cNvPr id="86" name="Image 26" descr="sweat_thumbs/t_045.jp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708392" y="2368296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87" name="Shape 58"/>
          <p:cNvSpPr/>
          <p:nvPr/>
        </p:nvSpPr>
        <p:spPr>
          <a:xfrm>
            <a:off x="7708392" y="2368296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88" name="Text 59"/>
          <p:cNvSpPr/>
          <p:nvPr/>
        </p:nvSpPr>
        <p:spPr>
          <a:xfrm>
            <a:off x="7708392" y="2364638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</a:t>
            </a:r>
            <a:endParaRPr lang="en-US" sz="650" dirty="0"/>
          </a:p>
        </p:txBody>
      </p:sp>
      <p:pic>
        <p:nvPicPr>
          <p:cNvPr id="89" name="Image 27" descr="sweat_thumbs/t_049.jp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266176" y="2368296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90" name="Shape 60"/>
          <p:cNvSpPr/>
          <p:nvPr/>
        </p:nvSpPr>
        <p:spPr>
          <a:xfrm>
            <a:off x="8266176" y="2368296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91" name="Text 61"/>
          <p:cNvSpPr/>
          <p:nvPr/>
        </p:nvSpPr>
        <p:spPr>
          <a:xfrm>
            <a:off x="8266176" y="2364638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49</a:t>
            </a:r>
            <a:endParaRPr lang="en-US" sz="650" dirty="0"/>
          </a:p>
        </p:txBody>
      </p:sp>
      <p:sp>
        <p:nvSpPr>
          <p:cNvPr id="92" name="Shape 62"/>
          <p:cNvSpPr/>
          <p:nvPr/>
        </p:nvSpPr>
        <p:spPr>
          <a:xfrm>
            <a:off x="457200" y="3008376"/>
            <a:ext cx="137160" cy="137160"/>
          </a:xfrm>
          <a:prstGeom prst="rect">
            <a:avLst/>
          </a:prstGeom>
          <a:solidFill>
            <a:srgbClr val="8A8177"/>
          </a:solidFill>
          <a:ln/>
        </p:spPr>
      </p:sp>
      <p:sp>
        <p:nvSpPr>
          <p:cNvPr id="93" name="Text 63"/>
          <p:cNvSpPr/>
          <p:nvPr/>
        </p:nvSpPr>
        <p:spPr>
          <a:xfrm>
            <a:off x="667512" y="29443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일본 셀렉트·미들</a:t>
            </a:r>
            <a:pPr indent="0" marL="0">
              <a:buNone/>
            </a:pPr>
            <a:r>
              <a:rPr lang="en-US" sz="9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13개</a:t>
            </a:r>
            <a:endParaRPr lang="en-US" sz="1200" dirty="0"/>
          </a:p>
        </p:txBody>
      </p:sp>
      <p:pic>
        <p:nvPicPr>
          <p:cNvPr id="94" name="Image 28" descr="sweat_thumbs/t_003.jp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57200" y="3255264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95" name="Shape 64"/>
          <p:cNvSpPr/>
          <p:nvPr/>
        </p:nvSpPr>
        <p:spPr>
          <a:xfrm>
            <a:off x="457200" y="3255264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96" name="Text 65"/>
          <p:cNvSpPr/>
          <p:nvPr/>
        </p:nvSpPr>
        <p:spPr>
          <a:xfrm>
            <a:off x="457200" y="3251606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650" dirty="0"/>
          </a:p>
        </p:txBody>
      </p:sp>
      <p:pic>
        <p:nvPicPr>
          <p:cNvPr id="97" name="Image 29" descr="sweat_thumbs/t_012.jp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14984" y="3255264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98" name="Shape 66"/>
          <p:cNvSpPr/>
          <p:nvPr/>
        </p:nvSpPr>
        <p:spPr>
          <a:xfrm>
            <a:off x="1014984" y="3255264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99" name="Text 67"/>
          <p:cNvSpPr/>
          <p:nvPr/>
        </p:nvSpPr>
        <p:spPr>
          <a:xfrm>
            <a:off x="1014984" y="3251606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650" dirty="0"/>
          </a:p>
        </p:txBody>
      </p:sp>
      <p:pic>
        <p:nvPicPr>
          <p:cNvPr id="100" name="Image 30" descr="sweat_thumbs/t_018.jp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572768" y="3255264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01" name="Shape 68"/>
          <p:cNvSpPr/>
          <p:nvPr/>
        </p:nvSpPr>
        <p:spPr>
          <a:xfrm>
            <a:off x="1572768" y="3255264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02" name="Text 69"/>
          <p:cNvSpPr/>
          <p:nvPr/>
        </p:nvSpPr>
        <p:spPr>
          <a:xfrm>
            <a:off x="1572768" y="3251606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650" dirty="0"/>
          </a:p>
        </p:txBody>
      </p:sp>
      <p:pic>
        <p:nvPicPr>
          <p:cNvPr id="103" name="Image 31" descr="sweat_thumbs/t_021.jp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130552" y="3255264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04" name="Shape 70"/>
          <p:cNvSpPr/>
          <p:nvPr/>
        </p:nvSpPr>
        <p:spPr>
          <a:xfrm>
            <a:off x="2130552" y="3255264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05" name="Text 71"/>
          <p:cNvSpPr/>
          <p:nvPr/>
        </p:nvSpPr>
        <p:spPr>
          <a:xfrm>
            <a:off x="2130552" y="3251606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650" dirty="0"/>
          </a:p>
        </p:txBody>
      </p:sp>
      <p:pic>
        <p:nvPicPr>
          <p:cNvPr id="106" name="Image 32" descr="sweat_thumbs/t_022.jp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688336" y="3255264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07" name="Shape 72"/>
          <p:cNvSpPr/>
          <p:nvPr/>
        </p:nvSpPr>
        <p:spPr>
          <a:xfrm>
            <a:off x="2688336" y="3255264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08" name="Text 73"/>
          <p:cNvSpPr/>
          <p:nvPr/>
        </p:nvSpPr>
        <p:spPr>
          <a:xfrm>
            <a:off x="2688336" y="3251606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650" dirty="0"/>
          </a:p>
        </p:txBody>
      </p:sp>
      <p:pic>
        <p:nvPicPr>
          <p:cNvPr id="109" name="Image 33" descr="sweat_thumbs/t_023.jp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246120" y="3255264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10" name="Shape 74"/>
          <p:cNvSpPr/>
          <p:nvPr/>
        </p:nvSpPr>
        <p:spPr>
          <a:xfrm>
            <a:off x="3246120" y="3255264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11" name="Text 75"/>
          <p:cNvSpPr/>
          <p:nvPr/>
        </p:nvSpPr>
        <p:spPr>
          <a:xfrm>
            <a:off x="3246120" y="3251606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650" dirty="0"/>
          </a:p>
        </p:txBody>
      </p:sp>
      <p:pic>
        <p:nvPicPr>
          <p:cNvPr id="112" name="Image 34" descr="sweat_thumbs/t_028.jp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3803904" y="3255264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13" name="Shape 76"/>
          <p:cNvSpPr/>
          <p:nvPr/>
        </p:nvSpPr>
        <p:spPr>
          <a:xfrm>
            <a:off x="3803904" y="3255264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14" name="Text 77"/>
          <p:cNvSpPr/>
          <p:nvPr/>
        </p:nvSpPr>
        <p:spPr>
          <a:xfrm>
            <a:off x="3803904" y="3251606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</a:t>
            </a:r>
            <a:endParaRPr lang="en-US" sz="650" dirty="0"/>
          </a:p>
        </p:txBody>
      </p:sp>
      <p:pic>
        <p:nvPicPr>
          <p:cNvPr id="115" name="Image 35" descr="sweat_thumbs/t_031.jp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361688" y="3255264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16" name="Shape 78"/>
          <p:cNvSpPr/>
          <p:nvPr/>
        </p:nvSpPr>
        <p:spPr>
          <a:xfrm>
            <a:off x="4361688" y="3255264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17" name="Text 79"/>
          <p:cNvSpPr/>
          <p:nvPr/>
        </p:nvSpPr>
        <p:spPr>
          <a:xfrm>
            <a:off x="4361688" y="3251606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</a:t>
            </a:r>
            <a:endParaRPr lang="en-US" sz="650" dirty="0"/>
          </a:p>
        </p:txBody>
      </p:sp>
      <p:pic>
        <p:nvPicPr>
          <p:cNvPr id="118" name="Image 36" descr="sweat_thumbs/t_036.jp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4919472" y="3255264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19" name="Shape 80"/>
          <p:cNvSpPr/>
          <p:nvPr/>
        </p:nvSpPr>
        <p:spPr>
          <a:xfrm>
            <a:off x="4919472" y="3255264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20" name="Text 81"/>
          <p:cNvSpPr/>
          <p:nvPr/>
        </p:nvSpPr>
        <p:spPr>
          <a:xfrm>
            <a:off x="4919472" y="3251606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</a:t>
            </a:r>
            <a:endParaRPr lang="en-US" sz="650" dirty="0"/>
          </a:p>
        </p:txBody>
      </p:sp>
      <p:pic>
        <p:nvPicPr>
          <p:cNvPr id="121" name="Image 37" descr="sweat_thumbs/t_038.jp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5477256" y="3255264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22" name="Shape 82"/>
          <p:cNvSpPr/>
          <p:nvPr/>
        </p:nvSpPr>
        <p:spPr>
          <a:xfrm>
            <a:off x="5477256" y="3255264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23" name="Text 83"/>
          <p:cNvSpPr/>
          <p:nvPr/>
        </p:nvSpPr>
        <p:spPr>
          <a:xfrm>
            <a:off x="5477256" y="3251606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</a:t>
            </a:r>
            <a:endParaRPr lang="en-US" sz="650" dirty="0"/>
          </a:p>
        </p:txBody>
      </p:sp>
      <p:pic>
        <p:nvPicPr>
          <p:cNvPr id="124" name="Image 38" descr="sweat_thumbs/t_040.jp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6035040" y="3255264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25" name="Shape 84"/>
          <p:cNvSpPr/>
          <p:nvPr/>
        </p:nvSpPr>
        <p:spPr>
          <a:xfrm>
            <a:off x="6035040" y="3255264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26" name="Text 85"/>
          <p:cNvSpPr/>
          <p:nvPr/>
        </p:nvSpPr>
        <p:spPr>
          <a:xfrm>
            <a:off x="6035040" y="3251606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</a:t>
            </a:r>
            <a:endParaRPr lang="en-US" sz="650" dirty="0"/>
          </a:p>
        </p:txBody>
      </p:sp>
      <p:pic>
        <p:nvPicPr>
          <p:cNvPr id="127" name="Image 39" descr="sweat_thumbs/t_043.jp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6592824" y="3255264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28" name="Shape 86"/>
          <p:cNvSpPr/>
          <p:nvPr/>
        </p:nvSpPr>
        <p:spPr>
          <a:xfrm>
            <a:off x="6592824" y="3255264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29" name="Text 87"/>
          <p:cNvSpPr/>
          <p:nvPr/>
        </p:nvSpPr>
        <p:spPr>
          <a:xfrm>
            <a:off x="6592824" y="3251606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</a:t>
            </a:r>
            <a:endParaRPr lang="en-US" sz="650" dirty="0"/>
          </a:p>
        </p:txBody>
      </p:sp>
      <p:pic>
        <p:nvPicPr>
          <p:cNvPr id="130" name="Image 40" descr="sweat_thumbs/t_047.jp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7150608" y="3255264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31" name="Shape 88"/>
          <p:cNvSpPr/>
          <p:nvPr/>
        </p:nvSpPr>
        <p:spPr>
          <a:xfrm>
            <a:off x="7150608" y="3255264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32" name="Text 89"/>
          <p:cNvSpPr/>
          <p:nvPr/>
        </p:nvSpPr>
        <p:spPr>
          <a:xfrm>
            <a:off x="7150608" y="3251606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</a:t>
            </a:r>
            <a:endParaRPr lang="en-US" sz="650" dirty="0"/>
          </a:p>
        </p:txBody>
      </p:sp>
      <p:sp>
        <p:nvSpPr>
          <p:cNvPr id="133" name="Shape 90"/>
          <p:cNvSpPr/>
          <p:nvPr/>
        </p:nvSpPr>
        <p:spPr>
          <a:xfrm>
            <a:off x="457200" y="3895344"/>
            <a:ext cx="137160" cy="137160"/>
          </a:xfrm>
          <a:prstGeom prst="rect">
            <a:avLst/>
          </a:prstGeom>
          <a:solidFill>
            <a:srgbClr val="B99B6B"/>
          </a:solidFill>
          <a:ln/>
        </p:spPr>
      </p:sp>
      <p:sp>
        <p:nvSpPr>
          <p:cNvPr id="134" name="Text 91"/>
          <p:cNvSpPr/>
          <p:nvPr/>
        </p:nvSpPr>
        <p:spPr>
          <a:xfrm>
            <a:off x="667512" y="3831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스트리트·K/트렌드</a:t>
            </a:r>
            <a:pPr indent="0" marL="0">
              <a:buNone/>
            </a:pPr>
            <a:r>
              <a:rPr lang="en-US" sz="9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6개</a:t>
            </a:r>
            <a:endParaRPr lang="en-US" sz="1200" dirty="0"/>
          </a:p>
        </p:txBody>
      </p:sp>
      <p:pic>
        <p:nvPicPr>
          <p:cNvPr id="135" name="Image 41" descr="sweat_thumbs/t_004.jp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457200" y="4142232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36" name="Shape 92"/>
          <p:cNvSpPr/>
          <p:nvPr/>
        </p:nvSpPr>
        <p:spPr>
          <a:xfrm>
            <a:off x="457200" y="4142232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37" name="Text 93"/>
          <p:cNvSpPr/>
          <p:nvPr/>
        </p:nvSpPr>
        <p:spPr>
          <a:xfrm>
            <a:off x="457200" y="4138574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650" dirty="0"/>
          </a:p>
        </p:txBody>
      </p:sp>
      <p:pic>
        <p:nvPicPr>
          <p:cNvPr id="138" name="Image 42" descr="sweat_thumbs/t_010.jp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014984" y="4142232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39" name="Shape 94"/>
          <p:cNvSpPr/>
          <p:nvPr/>
        </p:nvSpPr>
        <p:spPr>
          <a:xfrm>
            <a:off x="1014984" y="4142232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40" name="Text 95"/>
          <p:cNvSpPr/>
          <p:nvPr/>
        </p:nvSpPr>
        <p:spPr>
          <a:xfrm>
            <a:off x="1014984" y="4138574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650" dirty="0"/>
          </a:p>
        </p:txBody>
      </p:sp>
      <p:pic>
        <p:nvPicPr>
          <p:cNvPr id="141" name="Image 43" descr="sweat_thumbs/t_019.jp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572768" y="4142232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42" name="Shape 96"/>
          <p:cNvSpPr/>
          <p:nvPr/>
        </p:nvSpPr>
        <p:spPr>
          <a:xfrm>
            <a:off x="1572768" y="4142232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43" name="Text 97"/>
          <p:cNvSpPr/>
          <p:nvPr/>
        </p:nvSpPr>
        <p:spPr>
          <a:xfrm>
            <a:off x="1572768" y="4138574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650" dirty="0"/>
          </a:p>
        </p:txBody>
      </p:sp>
      <p:pic>
        <p:nvPicPr>
          <p:cNvPr id="144" name="Image 44" descr="sweat_thumbs/t_024.jp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2130552" y="4142232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45" name="Shape 98"/>
          <p:cNvSpPr/>
          <p:nvPr/>
        </p:nvSpPr>
        <p:spPr>
          <a:xfrm>
            <a:off x="2130552" y="4142232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46" name="Text 99"/>
          <p:cNvSpPr/>
          <p:nvPr/>
        </p:nvSpPr>
        <p:spPr>
          <a:xfrm>
            <a:off x="2130552" y="4138574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650" dirty="0"/>
          </a:p>
        </p:txBody>
      </p:sp>
      <p:pic>
        <p:nvPicPr>
          <p:cNvPr id="147" name="Image 45" descr="sweat_thumbs/t_037.jp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2688336" y="4142232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48" name="Shape 100"/>
          <p:cNvSpPr/>
          <p:nvPr/>
        </p:nvSpPr>
        <p:spPr>
          <a:xfrm>
            <a:off x="2688336" y="4142232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49" name="Text 101"/>
          <p:cNvSpPr/>
          <p:nvPr/>
        </p:nvSpPr>
        <p:spPr>
          <a:xfrm>
            <a:off x="2688336" y="4138574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</a:t>
            </a:r>
            <a:endParaRPr lang="en-US" sz="650" dirty="0"/>
          </a:p>
        </p:txBody>
      </p:sp>
      <p:pic>
        <p:nvPicPr>
          <p:cNvPr id="150" name="Image 46" descr="sweat_thumbs/t_039.jp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3246120" y="4142232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51" name="Shape 102"/>
          <p:cNvSpPr/>
          <p:nvPr/>
        </p:nvSpPr>
        <p:spPr>
          <a:xfrm>
            <a:off x="3246120" y="4142232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52" name="Text 103"/>
          <p:cNvSpPr/>
          <p:nvPr/>
        </p:nvSpPr>
        <p:spPr>
          <a:xfrm>
            <a:off x="3246120" y="4138574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</a:t>
            </a:r>
            <a:endParaRPr lang="en-US" sz="650" dirty="0"/>
          </a:p>
        </p:txBody>
      </p:sp>
      <p:sp>
        <p:nvSpPr>
          <p:cNvPr id="153" name="Shape 104"/>
          <p:cNvSpPr/>
          <p:nvPr/>
        </p:nvSpPr>
        <p:spPr>
          <a:xfrm>
            <a:off x="457200" y="4782312"/>
            <a:ext cx="137160" cy="137160"/>
          </a:xfrm>
          <a:prstGeom prst="rect">
            <a:avLst/>
          </a:prstGeom>
          <a:solidFill>
            <a:srgbClr val="5E7787"/>
          </a:solidFill>
          <a:ln/>
        </p:spPr>
      </p:sp>
      <p:sp>
        <p:nvSpPr>
          <p:cNvPr id="154" name="Text 105"/>
          <p:cNvSpPr/>
          <p:nvPr/>
        </p:nvSpPr>
        <p:spPr>
          <a:xfrm>
            <a:off x="667512" y="4718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저가·SPA·카탈로그</a:t>
            </a:r>
            <a:pPr indent="0" marL="0">
              <a:buNone/>
            </a:pPr>
            <a:r>
              <a:rPr lang="en-US" sz="95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3개</a:t>
            </a:r>
            <a:endParaRPr lang="en-US" sz="1200" dirty="0"/>
          </a:p>
        </p:txBody>
      </p:sp>
      <p:pic>
        <p:nvPicPr>
          <p:cNvPr id="155" name="Image 47" descr="sweat_thumbs/t_001.jp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457200" y="5029200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56" name="Shape 106"/>
          <p:cNvSpPr/>
          <p:nvPr/>
        </p:nvSpPr>
        <p:spPr>
          <a:xfrm>
            <a:off x="457200" y="5029200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57" name="Text 107"/>
          <p:cNvSpPr/>
          <p:nvPr/>
        </p:nvSpPr>
        <p:spPr>
          <a:xfrm>
            <a:off x="457200" y="5025542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650" dirty="0"/>
          </a:p>
        </p:txBody>
      </p:sp>
      <p:pic>
        <p:nvPicPr>
          <p:cNvPr id="158" name="Image 48" descr="sweat_thumbs/t_033.jp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1014984" y="5029200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59" name="Shape 108"/>
          <p:cNvSpPr/>
          <p:nvPr/>
        </p:nvSpPr>
        <p:spPr>
          <a:xfrm>
            <a:off x="1014984" y="5029200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60" name="Text 109"/>
          <p:cNvSpPr/>
          <p:nvPr/>
        </p:nvSpPr>
        <p:spPr>
          <a:xfrm>
            <a:off x="1014984" y="5025542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</a:t>
            </a:r>
            <a:endParaRPr lang="en-US" sz="650" dirty="0"/>
          </a:p>
        </p:txBody>
      </p:sp>
      <p:pic>
        <p:nvPicPr>
          <p:cNvPr id="161" name="Image 49" descr="sweat_thumbs/t_050.jp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1572768" y="5029200"/>
            <a:ext cx="512064" cy="512064"/>
          </a:xfrm>
          <a:prstGeom prst="rect">
            <a:avLst/>
          </a:prstGeom>
          <a:effectLst>
            <a:outerShdw sx="100000" sy="100000" kx="0" ky="0" algn="bl" rotWithShape="0" blurRad="25400" dist="12700" dir="5400000">
              <a:srgbClr val="C9C4BC">
                <a:alpha val="40000"/>
              </a:srgbClr>
            </a:outerShdw>
          </a:effectLst>
        </p:spPr>
      </p:pic>
      <p:sp>
        <p:nvSpPr>
          <p:cNvPr id="162" name="Shape 110"/>
          <p:cNvSpPr/>
          <p:nvPr/>
        </p:nvSpPr>
        <p:spPr>
          <a:xfrm>
            <a:off x="1572768" y="5029200"/>
            <a:ext cx="215067" cy="141944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163" name="Text 111"/>
          <p:cNvSpPr/>
          <p:nvPr/>
        </p:nvSpPr>
        <p:spPr>
          <a:xfrm>
            <a:off x="1572768" y="5025542"/>
            <a:ext cx="215067" cy="14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</a:t>
            </a:r>
            <a:endParaRPr lang="en-US" sz="650" dirty="0"/>
          </a:p>
        </p:txBody>
      </p:sp>
      <p:sp>
        <p:nvSpPr>
          <p:cNvPr id="164" name="Text 112"/>
          <p:cNvSpPr/>
          <p:nvPr/>
        </p:nvSpPr>
        <p:spPr>
          <a:xfrm>
            <a:off x="457200" y="6053328"/>
            <a:ext cx="11338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브랜드→유형 매핑 기반. 매핑되지 않은 브랜드는 저가·SPA·카탈로그로 분류.</a:t>
            </a:r>
            <a:endParaRPr lang="en-US" sz="1000" dirty="0"/>
          </a:p>
        </p:txBody>
      </p:sp>
      <p:sp>
        <p:nvSpPr>
          <p:cNvPr id="165" name="Text 113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INSIGHTS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스웻셔츠 Top 50 요약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532120" cy="1965960"/>
          </a:xfrm>
          <a:prstGeom prst="roundRect">
            <a:avLst>
              <a:gd name="adj" fmla="val 2791"/>
            </a:avLst>
          </a:prstGeom>
          <a:solidFill>
            <a:srgbClr val="201D1A"/>
          </a:solidFill>
          <a:ln w="12700">
            <a:solidFill>
              <a:srgbClr val="3A35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002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645920" y="1655064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3카테고리 중 최고가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645920" y="224028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7C1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스웻이 평균가 최고 · Top 50엔 AMI(41위 ¥30,800)·SNIDEL·adidas 등 프리미엄이 다수.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417320"/>
            <a:ext cx="5532120" cy="1965960"/>
          </a:xfrm>
          <a:prstGeom prst="roundRect">
            <a:avLst>
              <a:gd name="adj" fmla="val 2791"/>
            </a:avLst>
          </a:prstGeom>
          <a:solidFill>
            <a:srgbClr val="201D1A"/>
          </a:solidFill>
          <a:ln w="12700">
            <a:solidFill>
              <a:srgbClr val="3A35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6002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7452360" y="1655064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로고 스웻 천하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452360" y="224028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7C1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FREAK'S STORE·adidas·GAP·U.S. POLO ASSN. 등 브랜드 로고 스웻이 상위 독식.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639312"/>
            <a:ext cx="5532120" cy="1965960"/>
          </a:xfrm>
          <a:prstGeom prst="roundRect">
            <a:avLst>
              <a:gd name="adj" fmla="val 2791"/>
            </a:avLst>
          </a:prstGeom>
          <a:solidFill>
            <a:srgbClr val="201D1A"/>
          </a:solidFill>
          <a:ln w="12700">
            <a:solidFill>
              <a:srgbClr val="3A35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22192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645920" y="3877056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8월 비수기 시그널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645920" y="4462272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7C1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연령 구간과 무관하게 랭킹 거의 동일 — 시즌 오프 아이템으로 성수기 재조회 권장.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3639312"/>
            <a:ext cx="5532120" cy="1965960"/>
          </a:xfrm>
          <a:prstGeom prst="roundRect">
            <a:avLst>
              <a:gd name="adj" fmla="val 2791"/>
            </a:avLst>
          </a:prstGeom>
          <a:solidFill>
            <a:srgbClr val="201D1A"/>
          </a:solidFill>
          <a:ln w="12700">
            <a:solidFill>
              <a:srgbClr val="3A35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3822192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2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7452360" y="3877056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스포츠·아메카지 색채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452360" y="4462272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7C1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adidas 등 스포츠 브랜드와 미국 캐주얼 비중이 티셔츠·셔츠보다 큼.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355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5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실시간 판매 랭킹 스냅샷 · 프린트/패턴·유형/디테일 모두 이미지 육안 재분류 · 2026.08.12 zozo.jp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67</Slides>
  <Notes>67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2026-08-14T01:57:48Z</dcterms:created>
  <dcterms:modified xsi:type="dcterms:W3CDTF">2026-08-14T01:57:48Z</dcterms:modified>
</cp:coreProperties>
</file>